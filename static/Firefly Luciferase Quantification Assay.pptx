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2" r:id="rId4"/>
    <p:sldId id="263" r:id="rId5"/>
    <p:sldId id="264" r:id="rId6"/>
    <p:sldId id="267" r:id="rId7"/>
    <p:sldId id="265"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75122A-4494-462F-B79D-2171A215C973}" v="26" dt="2025-12-15T14:27:09.9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85" d="100"/>
          <a:sy n="85" d="100"/>
        </p:scale>
        <p:origin x="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no KOCI" userId="624af766b839cc87" providerId="LiveId" clId="{330E22F1-3261-45BA-A266-92A9C106C077}"/>
    <pc:docChg chg="undo custSel addSld delSld modSld">
      <pc:chgData name="Nino KOCI" userId="624af766b839cc87" providerId="LiveId" clId="{330E22F1-3261-45BA-A266-92A9C106C077}" dt="2025-12-15T15:04:36.201" v="7365" actId="20577"/>
      <pc:docMkLst>
        <pc:docMk/>
      </pc:docMkLst>
      <pc:sldChg chg="addSp delSp modSp mod setBg setClrOvrMap">
        <pc:chgData name="Nino KOCI" userId="624af766b839cc87" providerId="LiveId" clId="{330E22F1-3261-45BA-A266-92A9C106C077}" dt="2025-12-15T15:04:36.201" v="7365" actId="20577"/>
        <pc:sldMkLst>
          <pc:docMk/>
          <pc:sldMk cId="2580860277" sldId="256"/>
        </pc:sldMkLst>
        <pc:spChg chg="mod">
          <ac:chgData name="Nino KOCI" userId="624af766b839cc87" providerId="LiveId" clId="{330E22F1-3261-45BA-A266-92A9C106C077}" dt="2025-12-15T15:03:17.978" v="7337" actId="26606"/>
          <ac:spMkLst>
            <pc:docMk/>
            <pc:sldMk cId="2580860277" sldId="256"/>
            <ac:spMk id="2" creationId="{5C85932E-4692-C949-BA2F-C497551D9632}"/>
          </ac:spMkLst>
        </pc:spChg>
        <pc:spChg chg="mod">
          <ac:chgData name="Nino KOCI" userId="624af766b839cc87" providerId="LiveId" clId="{330E22F1-3261-45BA-A266-92A9C106C077}" dt="2025-12-15T15:04:36.201" v="7365" actId="20577"/>
          <ac:spMkLst>
            <pc:docMk/>
            <pc:sldMk cId="2580860277" sldId="256"/>
            <ac:spMk id="3" creationId="{93D310DE-7F2E-B576-9ED9-60A232E6F8AE}"/>
          </ac:spMkLst>
        </pc:spChg>
        <pc:spChg chg="del">
          <ac:chgData name="Nino KOCI" userId="624af766b839cc87" providerId="LiveId" clId="{330E22F1-3261-45BA-A266-92A9C106C077}" dt="2025-12-15T15:03:17.978" v="7337" actId="26606"/>
          <ac:spMkLst>
            <pc:docMk/>
            <pc:sldMk cId="2580860277" sldId="256"/>
            <ac:spMk id="9" creationId="{71B2258F-86CA-4D4D-8270-BC05FCDEBFB3}"/>
          </ac:spMkLst>
        </pc:spChg>
        <pc:spChg chg="add">
          <ac:chgData name="Nino KOCI" userId="624af766b839cc87" providerId="LiveId" clId="{330E22F1-3261-45BA-A266-92A9C106C077}" dt="2025-12-15T15:03:17.978" v="7337" actId="26606"/>
          <ac:spMkLst>
            <pc:docMk/>
            <pc:sldMk cId="2580860277" sldId="256"/>
            <ac:spMk id="14" creationId="{22A397E7-BF60-45B2-84C7-B074B76C37A7}"/>
          </ac:spMkLst>
        </pc:spChg>
        <pc:spChg chg="add">
          <ac:chgData name="Nino KOCI" userId="624af766b839cc87" providerId="LiveId" clId="{330E22F1-3261-45BA-A266-92A9C106C077}" dt="2025-12-15T15:03:17.978" v="7337" actId="26606"/>
          <ac:spMkLst>
            <pc:docMk/>
            <pc:sldMk cId="2580860277" sldId="256"/>
            <ac:spMk id="16" creationId="{890DEF05-784E-4B61-89E4-04C4ECF4E5A0}"/>
          </ac:spMkLst>
        </pc:spChg>
        <pc:picChg chg="mod">
          <ac:chgData name="Nino KOCI" userId="624af766b839cc87" providerId="LiveId" clId="{330E22F1-3261-45BA-A266-92A9C106C077}" dt="2025-12-15T15:03:17.978" v="7337" actId="26606"/>
          <ac:picMkLst>
            <pc:docMk/>
            <pc:sldMk cId="2580860277" sldId="256"/>
            <ac:picMk id="5" creationId="{2423323A-F188-203C-0DD7-726E9C1146AE}"/>
          </ac:picMkLst>
        </pc:picChg>
        <pc:cxnChg chg="add">
          <ac:chgData name="Nino KOCI" userId="624af766b839cc87" providerId="LiveId" clId="{330E22F1-3261-45BA-A266-92A9C106C077}" dt="2025-12-15T15:03:17.978" v="7337" actId="26606"/>
          <ac:cxnSpMkLst>
            <pc:docMk/>
            <pc:sldMk cId="2580860277" sldId="256"/>
            <ac:cxnSpMk id="18" creationId="{C41BAEC7-F7B0-4224-8B18-8F74B7D87F0B}"/>
          </ac:cxnSpMkLst>
        </pc:cxnChg>
      </pc:sldChg>
      <pc:sldChg chg="new del">
        <pc:chgData name="Nino KOCI" userId="624af766b839cc87" providerId="LiveId" clId="{330E22F1-3261-45BA-A266-92A9C106C077}" dt="2025-12-15T08:27:35.576" v="6" actId="47"/>
        <pc:sldMkLst>
          <pc:docMk/>
          <pc:sldMk cId="1081799582" sldId="260"/>
        </pc:sldMkLst>
      </pc:sldChg>
      <pc:sldChg chg="del">
        <pc:chgData name="Nino KOCI" userId="624af766b839cc87" providerId="LiveId" clId="{330E22F1-3261-45BA-A266-92A9C106C077}" dt="2025-12-15T08:27:18.632" v="3" actId="47"/>
        <pc:sldMkLst>
          <pc:docMk/>
          <pc:sldMk cId="2346587203" sldId="260"/>
        </pc:sldMkLst>
      </pc:sldChg>
      <pc:sldChg chg="del">
        <pc:chgData name="Nino KOCI" userId="624af766b839cc87" providerId="LiveId" clId="{330E22F1-3261-45BA-A266-92A9C106C077}" dt="2025-12-15T08:27:17.377" v="0" actId="47"/>
        <pc:sldMkLst>
          <pc:docMk/>
          <pc:sldMk cId="173050661" sldId="261"/>
        </pc:sldMkLst>
      </pc:sldChg>
      <pc:sldChg chg="add del">
        <pc:chgData name="Nino KOCI" userId="624af766b839cc87" providerId="LiveId" clId="{330E22F1-3261-45BA-A266-92A9C106C077}" dt="2025-12-15T08:27:48.178" v="9" actId="47"/>
        <pc:sldMkLst>
          <pc:docMk/>
          <pc:sldMk cId="1206272528" sldId="261"/>
        </pc:sldMkLst>
      </pc:sldChg>
      <pc:sldChg chg="addSp delSp modSp add mod">
        <pc:chgData name="Nino KOCI" userId="624af766b839cc87" providerId="LiveId" clId="{330E22F1-3261-45BA-A266-92A9C106C077}" dt="2025-12-15T15:04:08.056" v="7351" actId="26606"/>
        <pc:sldMkLst>
          <pc:docMk/>
          <pc:sldMk cId="3370327473" sldId="262"/>
        </pc:sldMkLst>
        <pc:spChg chg="mod">
          <ac:chgData name="Nino KOCI" userId="624af766b839cc87" providerId="LiveId" clId="{330E22F1-3261-45BA-A266-92A9C106C077}" dt="2025-12-15T15:04:08.056" v="7351" actId="26606"/>
          <ac:spMkLst>
            <pc:docMk/>
            <pc:sldMk cId="3370327473" sldId="262"/>
            <ac:spMk id="2" creationId="{0828DF8F-E80B-0DFA-5CB6-831962347849}"/>
          </ac:spMkLst>
        </pc:spChg>
        <pc:spChg chg="mod">
          <ac:chgData name="Nino KOCI" userId="624af766b839cc87" providerId="LiveId" clId="{330E22F1-3261-45BA-A266-92A9C106C077}" dt="2025-12-15T15:04:08.056" v="7351" actId="26606"/>
          <ac:spMkLst>
            <pc:docMk/>
            <pc:sldMk cId="3370327473" sldId="262"/>
            <ac:spMk id="3" creationId="{F169878D-61D2-8457-BE64-05AF8E28FBCC}"/>
          </ac:spMkLst>
        </pc:spChg>
        <pc:spChg chg="add del">
          <ac:chgData name="Nino KOCI" userId="624af766b839cc87" providerId="LiveId" clId="{330E22F1-3261-45BA-A266-92A9C106C077}" dt="2025-12-15T15:04:08.056" v="7351" actId="26606"/>
          <ac:spMkLst>
            <pc:docMk/>
            <pc:sldMk cId="3370327473" sldId="262"/>
            <ac:spMk id="8" creationId="{ABE9D1C9-0C8A-70B4-4351-6FA8FB398EBE}"/>
          </ac:spMkLst>
        </pc:spChg>
        <pc:spChg chg="add del">
          <ac:chgData name="Nino KOCI" userId="624af766b839cc87" providerId="LiveId" clId="{330E22F1-3261-45BA-A266-92A9C106C077}" dt="2025-12-15T15:04:08.056" v="7351" actId="26606"/>
          <ac:spMkLst>
            <pc:docMk/>
            <pc:sldMk cId="3370327473" sldId="262"/>
            <ac:spMk id="12" creationId="{561F617A-3C51-427B-575A-90B8C217B4B4}"/>
          </ac:spMkLst>
        </pc:spChg>
        <pc:spChg chg="add del">
          <ac:chgData name="Nino KOCI" userId="624af766b839cc87" providerId="LiveId" clId="{330E22F1-3261-45BA-A266-92A9C106C077}" dt="2025-12-15T15:04:08.056" v="7351" actId="26606"/>
          <ac:spMkLst>
            <pc:docMk/>
            <pc:sldMk cId="3370327473" sldId="262"/>
            <ac:spMk id="18" creationId="{9AA72BD9-2C5A-4EDC-931F-5AA08EACA0F3}"/>
          </ac:spMkLst>
        </pc:spChg>
        <pc:spChg chg="add del">
          <ac:chgData name="Nino KOCI" userId="624af766b839cc87" providerId="LiveId" clId="{330E22F1-3261-45BA-A266-92A9C106C077}" dt="2025-12-15T15:04:08.056" v="7351" actId="26606"/>
          <ac:spMkLst>
            <pc:docMk/>
            <pc:sldMk cId="3370327473" sldId="262"/>
            <ac:spMk id="20" creationId="{DD3981AC-7B61-4947-BCF3-F7AA7FA385B9}"/>
          </ac:spMkLst>
        </pc:spChg>
        <pc:spChg chg="add del">
          <ac:chgData name="Nino KOCI" userId="624af766b839cc87" providerId="LiveId" clId="{330E22F1-3261-45BA-A266-92A9C106C077}" dt="2025-12-15T15:04:08.056" v="7351" actId="26606"/>
          <ac:spMkLst>
            <pc:docMk/>
            <pc:sldMk cId="3370327473" sldId="262"/>
            <ac:spMk id="22" creationId="{55D4142C-5077-457F-A6AD-3FECFDB39685}"/>
          </ac:spMkLst>
        </pc:spChg>
        <pc:spChg chg="add del">
          <ac:chgData name="Nino KOCI" userId="624af766b839cc87" providerId="LiveId" clId="{330E22F1-3261-45BA-A266-92A9C106C077}" dt="2025-12-15T15:04:08.056" v="7351" actId="26606"/>
          <ac:spMkLst>
            <pc:docMk/>
            <pc:sldMk cId="3370327473" sldId="262"/>
            <ac:spMk id="24" creationId="{7A5F0580-5EE9-419F-96EE-B6529EF6E7D0}"/>
          </ac:spMkLst>
        </pc:spChg>
        <pc:spChg chg="add del">
          <ac:chgData name="Nino KOCI" userId="624af766b839cc87" providerId="LiveId" clId="{330E22F1-3261-45BA-A266-92A9C106C077}" dt="2025-12-15T15:04:07.279" v="7350" actId="26606"/>
          <ac:spMkLst>
            <pc:docMk/>
            <pc:sldMk cId="3370327473" sldId="262"/>
            <ac:spMk id="29" creationId="{A7AE9375-4664-4DB2-922D-2782A6E439AC}"/>
          </ac:spMkLst>
        </pc:spChg>
        <pc:picChg chg="add del mod ord">
          <ac:chgData name="Nino KOCI" userId="624af766b839cc87" providerId="LiveId" clId="{330E22F1-3261-45BA-A266-92A9C106C077}" dt="2025-12-15T15:04:08.056" v="7351" actId="26606"/>
          <ac:picMkLst>
            <pc:docMk/>
            <pc:sldMk cId="3370327473" sldId="262"/>
            <ac:picMk id="14" creationId="{D432286D-6117-3F3A-59D3-BB61E7D16434}"/>
          </ac:picMkLst>
        </pc:picChg>
        <pc:cxnChg chg="add del">
          <ac:chgData name="Nino KOCI" userId="624af766b839cc87" providerId="LiveId" clId="{330E22F1-3261-45BA-A266-92A9C106C077}" dt="2025-12-15T15:04:08.056" v="7351" actId="26606"/>
          <ac:cxnSpMkLst>
            <pc:docMk/>
            <pc:sldMk cId="3370327473" sldId="262"/>
            <ac:cxnSpMk id="10" creationId="{AE2A2392-C29E-0DB4-52C2-A0A58542D4CF}"/>
          </ac:cxnSpMkLst>
        </pc:cxnChg>
        <pc:cxnChg chg="add del">
          <ac:chgData name="Nino KOCI" userId="624af766b839cc87" providerId="LiveId" clId="{330E22F1-3261-45BA-A266-92A9C106C077}" dt="2025-12-15T15:04:07.279" v="7350" actId="26606"/>
          <ac:cxnSpMkLst>
            <pc:docMk/>
            <pc:sldMk cId="3370327473" sldId="262"/>
            <ac:cxnSpMk id="31" creationId="{EE504C98-6397-41C1-A8D8-2D9C4ED307E0}"/>
          </ac:cxnSpMkLst>
        </pc:cxnChg>
        <pc:cxnChg chg="add del">
          <ac:chgData name="Nino KOCI" userId="624af766b839cc87" providerId="LiveId" clId="{330E22F1-3261-45BA-A266-92A9C106C077}" dt="2025-12-15T15:04:07.279" v="7350" actId="26606"/>
          <ac:cxnSpMkLst>
            <pc:docMk/>
            <pc:sldMk cId="3370327473" sldId="262"/>
            <ac:cxnSpMk id="33" creationId="{B7188D9B-1674-419B-A379-D1632A7EC3A2}"/>
          </ac:cxnSpMkLst>
        </pc:cxnChg>
      </pc:sldChg>
      <pc:sldChg chg="del">
        <pc:chgData name="Nino KOCI" userId="624af766b839cc87" providerId="LiveId" clId="{330E22F1-3261-45BA-A266-92A9C106C077}" dt="2025-12-15T08:27:17.803" v="1" actId="47"/>
        <pc:sldMkLst>
          <pc:docMk/>
          <pc:sldMk cId="3530849956" sldId="262"/>
        </pc:sldMkLst>
      </pc:sldChg>
      <pc:sldChg chg="del">
        <pc:chgData name="Nino KOCI" userId="624af766b839cc87" providerId="LiveId" clId="{330E22F1-3261-45BA-A266-92A9C106C077}" dt="2025-12-15T08:27:18.091" v="2" actId="47"/>
        <pc:sldMkLst>
          <pc:docMk/>
          <pc:sldMk cId="2599639463" sldId="263"/>
        </pc:sldMkLst>
      </pc:sldChg>
      <pc:sldChg chg="modSp add mod">
        <pc:chgData name="Nino KOCI" userId="624af766b839cc87" providerId="LiveId" clId="{330E22F1-3261-45BA-A266-92A9C106C077}" dt="2025-12-15T14:30:06.139" v="7336" actId="20577"/>
        <pc:sldMkLst>
          <pc:docMk/>
          <pc:sldMk cId="2797703046" sldId="263"/>
        </pc:sldMkLst>
        <pc:spChg chg="mod">
          <ac:chgData name="Nino KOCI" userId="624af766b839cc87" providerId="LiveId" clId="{330E22F1-3261-45BA-A266-92A9C106C077}" dt="2025-12-15T08:34:35.677" v="1007" actId="1076"/>
          <ac:spMkLst>
            <pc:docMk/>
            <pc:sldMk cId="2797703046" sldId="263"/>
            <ac:spMk id="2" creationId="{52C3DB45-40EE-6347-E75C-3AA2D7EBAFA8}"/>
          </ac:spMkLst>
        </pc:spChg>
        <pc:spChg chg="mod">
          <ac:chgData name="Nino KOCI" userId="624af766b839cc87" providerId="LiveId" clId="{330E22F1-3261-45BA-A266-92A9C106C077}" dt="2025-12-15T14:30:06.139" v="7336" actId="20577"/>
          <ac:spMkLst>
            <pc:docMk/>
            <pc:sldMk cId="2797703046" sldId="263"/>
            <ac:spMk id="3" creationId="{FB5BCCE2-2978-B39F-F51C-1BAE2964F1AC}"/>
          </ac:spMkLst>
        </pc:spChg>
      </pc:sldChg>
      <pc:sldChg chg="modSp add mod">
        <pc:chgData name="Nino KOCI" userId="624af766b839cc87" providerId="LiveId" clId="{330E22F1-3261-45BA-A266-92A9C106C077}" dt="2025-12-15T14:29:56.953" v="7334" actId="20577"/>
        <pc:sldMkLst>
          <pc:docMk/>
          <pc:sldMk cId="4273291043" sldId="264"/>
        </pc:sldMkLst>
        <pc:spChg chg="mod">
          <ac:chgData name="Nino KOCI" userId="624af766b839cc87" providerId="LiveId" clId="{330E22F1-3261-45BA-A266-92A9C106C077}" dt="2025-12-15T14:21:18.941" v="6230" actId="20577"/>
          <ac:spMkLst>
            <pc:docMk/>
            <pc:sldMk cId="4273291043" sldId="264"/>
            <ac:spMk id="2" creationId="{A9263177-E404-B164-78AC-0A2EF40378BE}"/>
          </ac:spMkLst>
        </pc:spChg>
        <pc:spChg chg="mod">
          <ac:chgData name="Nino KOCI" userId="624af766b839cc87" providerId="LiveId" clId="{330E22F1-3261-45BA-A266-92A9C106C077}" dt="2025-12-15T14:29:56.953" v="7334" actId="20577"/>
          <ac:spMkLst>
            <pc:docMk/>
            <pc:sldMk cId="4273291043" sldId="264"/>
            <ac:spMk id="3" creationId="{3B2D58BE-6856-65D1-F871-477C8E3D6E11}"/>
          </ac:spMkLst>
        </pc:spChg>
      </pc:sldChg>
      <pc:sldChg chg="modSp add mod">
        <pc:chgData name="Nino KOCI" userId="624af766b839cc87" providerId="LiveId" clId="{330E22F1-3261-45BA-A266-92A9C106C077}" dt="2025-12-15T12:06:34.637" v="6224" actId="20577"/>
        <pc:sldMkLst>
          <pc:docMk/>
          <pc:sldMk cId="1905852597" sldId="265"/>
        </pc:sldMkLst>
        <pc:spChg chg="mod">
          <ac:chgData name="Nino KOCI" userId="624af766b839cc87" providerId="LiveId" clId="{330E22F1-3261-45BA-A266-92A9C106C077}" dt="2025-12-15T10:27:54.562" v="3322" actId="14100"/>
          <ac:spMkLst>
            <pc:docMk/>
            <pc:sldMk cId="1905852597" sldId="265"/>
            <ac:spMk id="2" creationId="{5E7A3AA8-BA17-60DC-B85F-C6FB1D98FF97}"/>
          </ac:spMkLst>
        </pc:spChg>
        <pc:spChg chg="mod">
          <ac:chgData name="Nino KOCI" userId="624af766b839cc87" providerId="LiveId" clId="{330E22F1-3261-45BA-A266-92A9C106C077}" dt="2025-12-15T12:06:34.637" v="6224" actId="20577"/>
          <ac:spMkLst>
            <pc:docMk/>
            <pc:sldMk cId="1905852597" sldId="265"/>
            <ac:spMk id="3" creationId="{3CA9A115-B5E1-9AD3-6F16-8C43B3D82068}"/>
          </ac:spMkLst>
        </pc:spChg>
      </pc:sldChg>
      <pc:sldChg chg="delSp add del setBg delDesignElem">
        <pc:chgData name="Nino KOCI" userId="624af766b839cc87" providerId="LiveId" clId="{330E22F1-3261-45BA-A266-92A9C106C077}" dt="2025-12-15T11:53:40.881" v="4739" actId="47"/>
        <pc:sldMkLst>
          <pc:docMk/>
          <pc:sldMk cId="2824252059" sldId="266"/>
        </pc:sldMkLst>
        <pc:spChg chg="del">
          <ac:chgData name="Nino KOCI" userId="624af766b839cc87" providerId="LiveId" clId="{330E22F1-3261-45BA-A266-92A9C106C077}" dt="2025-12-15T11:53:34.540" v="4737"/>
          <ac:spMkLst>
            <pc:docMk/>
            <pc:sldMk cId="2824252059" sldId="266"/>
            <ac:spMk id="8" creationId="{C738A9E8-0D56-3820-00C9-CE8E020F6780}"/>
          </ac:spMkLst>
        </pc:spChg>
        <pc:spChg chg="del">
          <ac:chgData name="Nino KOCI" userId="624af766b839cc87" providerId="LiveId" clId="{330E22F1-3261-45BA-A266-92A9C106C077}" dt="2025-12-15T11:53:34.540" v="4737"/>
          <ac:spMkLst>
            <pc:docMk/>
            <pc:sldMk cId="2824252059" sldId="266"/>
            <ac:spMk id="12" creationId="{A3920685-04F1-5C04-D695-A32DA1F79C06}"/>
          </ac:spMkLst>
        </pc:spChg>
        <pc:cxnChg chg="del">
          <ac:chgData name="Nino KOCI" userId="624af766b839cc87" providerId="LiveId" clId="{330E22F1-3261-45BA-A266-92A9C106C077}" dt="2025-12-15T11:53:34.540" v="4737"/>
          <ac:cxnSpMkLst>
            <pc:docMk/>
            <pc:sldMk cId="2824252059" sldId="266"/>
            <ac:cxnSpMk id="10" creationId="{53BF2A08-0A6C-5995-F737-78C98427770B}"/>
          </ac:cxnSpMkLst>
        </pc:cxnChg>
      </pc:sldChg>
      <pc:sldChg chg="modSp add mod">
        <pc:chgData name="Nino KOCI" userId="624af766b839cc87" providerId="LiveId" clId="{330E22F1-3261-45BA-A266-92A9C106C077}" dt="2025-12-15T14:21:01.990" v="6229" actId="1076"/>
        <pc:sldMkLst>
          <pc:docMk/>
          <pc:sldMk cId="2824033156" sldId="267"/>
        </pc:sldMkLst>
        <pc:spChg chg="mod">
          <ac:chgData name="Nino KOCI" userId="624af766b839cc87" providerId="LiveId" clId="{330E22F1-3261-45BA-A266-92A9C106C077}" dt="2025-12-15T14:21:01.990" v="6229" actId="1076"/>
          <ac:spMkLst>
            <pc:docMk/>
            <pc:sldMk cId="2824033156" sldId="267"/>
            <ac:spMk id="2" creationId="{91C43642-6F9E-0C90-59F2-BADB9FA2AEBD}"/>
          </ac:spMkLst>
        </pc:spChg>
        <pc:spChg chg="mod">
          <ac:chgData name="Nino KOCI" userId="624af766b839cc87" providerId="LiveId" clId="{330E22F1-3261-45BA-A266-92A9C106C077}" dt="2025-12-15T12:05:44.137" v="6121" actId="20577"/>
          <ac:spMkLst>
            <pc:docMk/>
            <pc:sldMk cId="2824033156" sldId="267"/>
            <ac:spMk id="3" creationId="{81C41DF9-C4E3-A021-ED7B-53512B1CD0E7}"/>
          </ac:spMkLst>
        </pc:spChg>
      </pc:sldChg>
      <pc:sldChg chg="delSp add del setBg delDesignElem">
        <pc:chgData name="Nino KOCI" userId="624af766b839cc87" providerId="LiveId" clId="{330E22F1-3261-45BA-A266-92A9C106C077}" dt="2025-12-15T11:54:23.206" v="4742" actId="47"/>
        <pc:sldMkLst>
          <pc:docMk/>
          <pc:sldMk cId="2903842341" sldId="268"/>
        </pc:sldMkLst>
        <pc:spChg chg="del">
          <ac:chgData name="Nino KOCI" userId="624af766b839cc87" providerId="LiveId" clId="{330E22F1-3261-45BA-A266-92A9C106C077}" dt="2025-12-15T11:54:20.337" v="4741"/>
          <ac:spMkLst>
            <pc:docMk/>
            <pc:sldMk cId="2903842341" sldId="268"/>
            <ac:spMk id="8" creationId="{06243ADA-859F-F778-C4FC-4A4EC18E99C9}"/>
          </ac:spMkLst>
        </pc:spChg>
        <pc:spChg chg="del">
          <ac:chgData name="Nino KOCI" userId="624af766b839cc87" providerId="LiveId" clId="{330E22F1-3261-45BA-A266-92A9C106C077}" dt="2025-12-15T11:54:20.337" v="4741"/>
          <ac:spMkLst>
            <pc:docMk/>
            <pc:sldMk cId="2903842341" sldId="268"/>
            <ac:spMk id="12" creationId="{ECCA4B67-5DA3-7B1A-ED2A-FB375B0AAF43}"/>
          </ac:spMkLst>
        </pc:spChg>
        <pc:cxnChg chg="del">
          <ac:chgData name="Nino KOCI" userId="624af766b839cc87" providerId="LiveId" clId="{330E22F1-3261-45BA-A266-92A9C106C077}" dt="2025-12-15T11:54:20.337" v="4741"/>
          <ac:cxnSpMkLst>
            <pc:docMk/>
            <pc:sldMk cId="2903842341" sldId="268"/>
            <ac:cxnSpMk id="10" creationId="{DEFE715B-BE30-E28A-81DD-74F8B209DCAE}"/>
          </ac:cxnSpMkLst>
        </pc:cxnChg>
      </pc:sldChg>
      <pc:sldChg chg="modSp add mod">
        <pc:chgData name="Nino KOCI" userId="624af766b839cc87" providerId="LiveId" clId="{330E22F1-3261-45BA-A266-92A9C106C077}" dt="2025-12-15T14:28:55.362" v="7295" actId="20577"/>
        <pc:sldMkLst>
          <pc:docMk/>
          <pc:sldMk cId="3797162197" sldId="268"/>
        </pc:sldMkLst>
        <pc:spChg chg="mod">
          <ac:chgData name="Nino KOCI" userId="624af766b839cc87" providerId="LiveId" clId="{330E22F1-3261-45BA-A266-92A9C106C077}" dt="2025-12-15T14:21:41.069" v="6240" actId="1076"/>
          <ac:spMkLst>
            <pc:docMk/>
            <pc:sldMk cId="3797162197" sldId="268"/>
            <ac:spMk id="2" creationId="{FE968C12-AEE3-F12F-12C3-49E8C64C1817}"/>
          </ac:spMkLst>
        </pc:spChg>
        <pc:spChg chg="mod">
          <ac:chgData name="Nino KOCI" userId="624af766b839cc87" providerId="LiveId" clId="{330E22F1-3261-45BA-A266-92A9C106C077}" dt="2025-12-15T14:28:55.362" v="7295" actId="20577"/>
          <ac:spMkLst>
            <pc:docMk/>
            <pc:sldMk cId="3797162197" sldId="268"/>
            <ac:spMk id="3" creationId="{C8C3D59D-470C-B743-B9F4-A8691A6127B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7F171-2A42-BCA8-1DBA-B5F675FE2A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4A19A0-3560-C7C3-DE8E-64A4D777EC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78BC87-3510-7DF0-5EE9-33364D4D4EC7}"/>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5" name="Footer Placeholder 4">
            <a:extLst>
              <a:ext uri="{FF2B5EF4-FFF2-40B4-BE49-F238E27FC236}">
                <a16:creationId xmlns:a16="http://schemas.microsoft.com/office/drawing/2014/main" id="{6CE5A6D1-AEF7-D19E-630C-48B56F65F8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620AA-F8C2-1573-C330-863C35F5C0C2}"/>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1993582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EF9F4-75B3-72E9-32A2-73D0C0D32A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347703-1ED2-A50C-5556-DD0AFA43FB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E1568A-6BD2-D917-2268-8F22122B0276}"/>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5" name="Footer Placeholder 4">
            <a:extLst>
              <a:ext uri="{FF2B5EF4-FFF2-40B4-BE49-F238E27FC236}">
                <a16:creationId xmlns:a16="http://schemas.microsoft.com/office/drawing/2014/main" id="{84F8312E-94C9-E1F3-26D6-71E1A1EB8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9EE3C1-AD8F-DC96-A495-7DD53425F200}"/>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352748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573B5-5EED-735D-9088-F650BF277A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96F428-1CCA-3A23-F4C9-1DE4237AF1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A6368A-26BA-B984-A67C-CE0369FF1F27}"/>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5" name="Footer Placeholder 4">
            <a:extLst>
              <a:ext uri="{FF2B5EF4-FFF2-40B4-BE49-F238E27FC236}">
                <a16:creationId xmlns:a16="http://schemas.microsoft.com/office/drawing/2014/main" id="{E442BF5F-5B7E-3190-A762-2F9FDBEEA6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D2BFC5-70DB-DA8E-17AB-3DF2165C0C83}"/>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63286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DC0C4-BDEF-BECF-159F-854353DFFE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66E3B3-AD3C-17DD-9E78-353045D0CD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52A84C-FCF1-AFF0-A339-AFFE59F37C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4DEDE6-5E6D-C3F9-97D6-2AD4BE9512B8}"/>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6" name="Footer Placeholder 5">
            <a:extLst>
              <a:ext uri="{FF2B5EF4-FFF2-40B4-BE49-F238E27FC236}">
                <a16:creationId xmlns:a16="http://schemas.microsoft.com/office/drawing/2014/main" id="{642BBB07-26D6-3E5C-C8B0-9C52547E7B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AC016C-692B-0978-46BD-075E41B97D3B}"/>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553644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35F13-E2B3-3E2A-8D9D-4BED744A7F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3E235D-2739-C923-A0B7-1D538D0A6A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F337E-FCF1-B43E-CD1C-3678D8031C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5E33E2-EBD7-29B4-ECA4-07B8ACD239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CE3C76-E7E1-0737-5425-0482E0A371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4E09F5-58AC-EAE3-8F76-78744A09CD20}"/>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8" name="Footer Placeholder 7">
            <a:extLst>
              <a:ext uri="{FF2B5EF4-FFF2-40B4-BE49-F238E27FC236}">
                <a16:creationId xmlns:a16="http://schemas.microsoft.com/office/drawing/2014/main" id="{CC87A6C4-E7CC-3810-61C3-E0AAF6897E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485936-DAAF-B5A1-C730-9A36A3B1A986}"/>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3353151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BB286-BA03-FA77-7F78-2531E58498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E3BF11-D6A9-A703-DBEF-C579612C67C9}"/>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4" name="Footer Placeholder 3">
            <a:extLst>
              <a:ext uri="{FF2B5EF4-FFF2-40B4-BE49-F238E27FC236}">
                <a16:creationId xmlns:a16="http://schemas.microsoft.com/office/drawing/2014/main" id="{A533EC66-4800-2F9A-D178-9FD40BA895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0EE8A5-0417-597F-BABD-2D45D0A450D1}"/>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1536486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1C439E-5F92-9B5B-1648-19CA87F554DE}"/>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3" name="Footer Placeholder 2">
            <a:extLst>
              <a:ext uri="{FF2B5EF4-FFF2-40B4-BE49-F238E27FC236}">
                <a16:creationId xmlns:a16="http://schemas.microsoft.com/office/drawing/2014/main" id="{C41921F7-6CD6-8998-E0D9-C4939DF63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BCCAF5-A436-05C6-2F0D-6FAFFA325FA0}"/>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2847540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8C11-6C3E-C381-71E3-B65DB36097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9AC3F2-0D49-32A9-AC8A-97464A680E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838118-28BF-A67A-1B1E-5D6F28D39E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FDF829-D13C-CB98-1482-002B2347C11C}"/>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6" name="Footer Placeholder 5">
            <a:extLst>
              <a:ext uri="{FF2B5EF4-FFF2-40B4-BE49-F238E27FC236}">
                <a16:creationId xmlns:a16="http://schemas.microsoft.com/office/drawing/2014/main" id="{9A3C570B-B821-4523-7AEF-E952419DDF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0A91E6-D29A-7326-E523-4AB88F792353}"/>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67839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1AC71-8030-804D-15D1-10244D0ECE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2468B7-B4F0-C635-1F9F-E3039E4CE6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D6BA68-19A7-9137-315B-5CFFEA177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A5CB41-7D07-9DA2-FDDC-706B451F9D3B}"/>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6" name="Footer Placeholder 5">
            <a:extLst>
              <a:ext uri="{FF2B5EF4-FFF2-40B4-BE49-F238E27FC236}">
                <a16:creationId xmlns:a16="http://schemas.microsoft.com/office/drawing/2014/main" id="{08A3C360-7D25-51F2-6A45-216873B8A6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B01260-6A74-B94D-FC9F-15859AED6A9B}"/>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856216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9F1DC-5052-F9C1-8EBD-0AA07CD56A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1DB3AA-17B3-E3EC-3655-232DF59C58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E72C2-BE9A-B950-FA20-070D92CF465A}"/>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5" name="Footer Placeholder 4">
            <a:extLst>
              <a:ext uri="{FF2B5EF4-FFF2-40B4-BE49-F238E27FC236}">
                <a16:creationId xmlns:a16="http://schemas.microsoft.com/office/drawing/2014/main" id="{196BA5A3-27E6-A2DA-B88D-62BBBDDE5D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785F5-8F2D-2772-F785-E47F3895C201}"/>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2663405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DC1986-F064-875B-BFAE-9D708DAE65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2C6CE4-D788-74D3-4024-ABD7DBD665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C98B53-4BE7-819C-7E49-DA4EEB6F2876}"/>
              </a:ext>
            </a:extLst>
          </p:cNvPr>
          <p:cNvSpPr>
            <a:spLocks noGrp="1"/>
          </p:cNvSpPr>
          <p:nvPr>
            <p:ph type="dt" sz="half" idx="10"/>
          </p:nvPr>
        </p:nvSpPr>
        <p:spPr/>
        <p:txBody>
          <a:bodyPr/>
          <a:lstStyle/>
          <a:p>
            <a:fld id="{F64D0EA4-3FE5-48B2-9795-F62E6D2F0EBF}" type="datetimeFigureOut">
              <a:rPr lang="en-US" smtClean="0"/>
              <a:t>12/15/2025</a:t>
            </a:fld>
            <a:endParaRPr lang="en-US"/>
          </a:p>
        </p:txBody>
      </p:sp>
      <p:sp>
        <p:nvSpPr>
          <p:cNvPr id="5" name="Footer Placeholder 4">
            <a:extLst>
              <a:ext uri="{FF2B5EF4-FFF2-40B4-BE49-F238E27FC236}">
                <a16:creationId xmlns:a16="http://schemas.microsoft.com/office/drawing/2014/main" id="{FB67B9AD-6749-0B12-DB2E-213F8A3F02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55611-E6FB-C943-FBEC-FB83E9B5E08C}"/>
              </a:ext>
            </a:extLst>
          </p:cNvPr>
          <p:cNvSpPr>
            <a:spLocks noGrp="1"/>
          </p:cNvSpPr>
          <p:nvPr>
            <p:ph type="sldNum" sz="quarter" idx="12"/>
          </p:nvPr>
        </p:nvSpPr>
        <p:spPr/>
        <p:txBody>
          <a:bodyPr/>
          <a:lstStyle/>
          <a:p>
            <a:fld id="{8C7DF283-0652-4CAF-9816-5F65D001305D}" type="slidenum">
              <a:rPr lang="en-US" smtClean="0"/>
              <a:t>‹#›</a:t>
            </a:fld>
            <a:endParaRPr lang="en-US"/>
          </a:p>
        </p:txBody>
      </p:sp>
    </p:spTree>
    <p:extLst>
      <p:ext uri="{BB962C8B-B14F-4D97-AF65-F5344CB8AC3E}">
        <p14:creationId xmlns:p14="http://schemas.microsoft.com/office/powerpoint/2010/main" val="3840860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22B905-54C4-C123-F58E-810076E098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88C1C3-F97A-0A05-33A1-8AF1074C92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461046-DC66-0A74-DC3A-B6D5FD819A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4D0EA4-3FE5-48B2-9795-F62E6D2F0EBF}" type="datetimeFigureOut">
              <a:rPr lang="en-US" smtClean="0"/>
              <a:t>12/15/2025</a:t>
            </a:fld>
            <a:endParaRPr lang="en-US"/>
          </a:p>
        </p:txBody>
      </p:sp>
      <p:sp>
        <p:nvSpPr>
          <p:cNvPr id="5" name="Footer Placeholder 4">
            <a:extLst>
              <a:ext uri="{FF2B5EF4-FFF2-40B4-BE49-F238E27FC236}">
                <a16:creationId xmlns:a16="http://schemas.microsoft.com/office/drawing/2014/main" id="{6DA31DD6-391B-5C2E-2192-C6C99D2F0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08BB34-8509-645C-7681-A71752B411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7DF283-0652-4CAF-9816-5F65D001305D}" type="slidenum">
              <a:rPr lang="en-US" smtClean="0"/>
              <a:t>‹#›</a:t>
            </a:fld>
            <a:endParaRPr lang="en-US"/>
          </a:p>
        </p:txBody>
      </p:sp>
    </p:spTree>
    <p:extLst>
      <p:ext uri="{BB962C8B-B14F-4D97-AF65-F5344CB8AC3E}">
        <p14:creationId xmlns:p14="http://schemas.microsoft.com/office/powerpoint/2010/main" val="225637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Fireflies in the woods at night">
            <a:extLst>
              <a:ext uri="{FF2B5EF4-FFF2-40B4-BE49-F238E27FC236}">
                <a16:creationId xmlns:a16="http://schemas.microsoft.com/office/drawing/2014/main" id="{2423323A-F188-203C-0DD7-726E9C1146AE}"/>
              </a:ext>
            </a:extLst>
          </p:cNvPr>
          <p:cNvPicPr>
            <a:picLocks noChangeAspect="1"/>
          </p:cNvPicPr>
          <p:nvPr/>
        </p:nvPicPr>
        <p:blipFill>
          <a:blip r:embed="rId2">
            <a:alphaModFix/>
          </a:blip>
          <a:srcRect r="18416" b="-1"/>
          <a:stretch>
            <a:fillRect/>
          </a:stretch>
        </p:blipFill>
        <p:spPr>
          <a:xfrm>
            <a:off x="4283902" y="10"/>
            <a:ext cx="7908098" cy="6857992"/>
          </a:xfrm>
          <a:prstGeom prst="rect">
            <a:avLst/>
          </a:prstGeom>
        </p:spPr>
      </p:pic>
      <p:sp>
        <p:nvSpPr>
          <p:cNvPr id="16" name="Rectangle 15">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85932E-4692-C949-BA2F-C497551D9632}"/>
              </a:ext>
            </a:extLst>
          </p:cNvPr>
          <p:cNvSpPr>
            <a:spLocks noGrp="1"/>
          </p:cNvSpPr>
          <p:nvPr>
            <p:ph type="ctrTitle"/>
          </p:nvPr>
        </p:nvSpPr>
        <p:spPr>
          <a:xfrm>
            <a:off x="728663" y="1115219"/>
            <a:ext cx="5505449" cy="2387600"/>
          </a:xfrm>
        </p:spPr>
        <p:txBody>
          <a:bodyPr>
            <a:normAutofit/>
          </a:bodyPr>
          <a:lstStyle/>
          <a:p>
            <a:pPr algn="l"/>
            <a:r>
              <a:rPr lang="en-US" sz="5000">
                <a:solidFill>
                  <a:schemeClr val="bg1"/>
                </a:solidFill>
              </a:rPr>
              <a:t>Firefly Luciferase Quantification Assay</a:t>
            </a:r>
          </a:p>
        </p:txBody>
      </p:sp>
      <p:sp>
        <p:nvSpPr>
          <p:cNvPr id="3" name="Subtitle 2">
            <a:extLst>
              <a:ext uri="{FF2B5EF4-FFF2-40B4-BE49-F238E27FC236}">
                <a16:creationId xmlns:a16="http://schemas.microsoft.com/office/drawing/2014/main" id="{93D310DE-7F2E-B576-9ED9-60A232E6F8AE}"/>
              </a:ext>
            </a:extLst>
          </p:cNvPr>
          <p:cNvSpPr>
            <a:spLocks noGrp="1"/>
          </p:cNvSpPr>
          <p:nvPr>
            <p:ph type="subTitle" idx="1"/>
          </p:nvPr>
        </p:nvSpPr>
        <p:spPr>
          <a:xfrm>
            <a:off x="728663" y="3902075"/>
            <a:ext cx="5505449" cy="1655762"/>
          </a:xfrm>
        </p:spPr>
        <p:txBody>
          <a:bodyPr>
            <a:normAutofit/>
          </a:bodyPr>
          <a:lstStyle/>
          <a:p>
            <a:pPr algn="l"/>
            <a:r>
              <a:rPr lang="en-US" sz="2000" dirty="0">
                <a:solidFill>
                  <a:schemeClr val="bg1"/>
                </a:solidFill>
              </a:rPr>
              <a:t>Kostandino Koci </a:t>
            </a:r>
          </a:p>
          <a:p>
            <a:pPr algn="l"/>
            <a:r>
              <a:rPr lang="en-US" sz="2000">
                <a:solidFill>
                  <a:schemeClr val="bg1"/>
                </a:solidFill>
              </a:rPr>
              <a:t>November </a:t>
            </a:r>
            <a:r>
              <a:rPr lang="en-US" sz="2000" dirty="0">
                <a:solidFill>
                  <a:schemeClr val="bg1"/>
                </a:solidFill>
              </a:rPr>
              <a:t>2022</a:t>
            </a:r>
          </a:p>
        </p:txBody>
      </p:sp>
      <p:cxnSp>
        <p:nvCxnSpPr>
          <p:cNvPr id="18" name="Straight Connector 17">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860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B817F86B-0360-D6EA-C9F3-CE9514B83593}"/>
              </a:ext>
            </a:extLst>
          </p:cNvPr>
          <p:cNvSpPr>
            <a:spLocks noGrp="1"/>
          </p:cNvSpPr>
          <p:nvPr>
            <p:ph type="title"/>
          </p:nvPr>
        </p:nvSpPr>
        <p:spPr>
          <a:xfrm>
            <a:off x="-1458270" y="700777"/>
            <a:ext cx="4508946" cy="1325563"/>
          </a:xfrm>
        </p:spPr>
        <p:txBody>
          <a:bodyPr anchor="b">
            <a:normAutofit/>
          </a:bodyPr>
          <a:lstStyle/>
          <a:p>
            <a:pPr algn="r"/>
            <a:r>
              <a:rPr lang="en-US" dirty="0">
                <a:solidFill>
                  <a:schemeClr val="bg1"/>
                </a:solidFill>
              </a:rPr>
              <a:t>Background </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3E380F2-8A69-59F6-E3D2-6C6B9531C23E}"/>
              </a:ext>
            </a:extLst>
          </p:cNvPr>
          <p:cNvSpPr>
            <a:spLocks noGrp="1"/>
          </p:cNvSpPr>
          <p:nvPr>
            <p:ph idx="1"/>
          </p:nvPr>
        </p:nvSpPr>
        <p:spPr>
          <a:xfrm>
            <a:off x="1392667" y="2398957"/>
            <a:ext cx="9406666" cy="3526144"/>
          </a:xfrm>
        </p:spPr>
        <p:txBody>
          <a:bodyPr>
            <a:normAutofit/>
          </a:bodyPr>
          <a:lstStyle/>
          <a:p>
            <a:r>
              <a:rPr lang="en-US" sz="2000" dirty="0">
                <a:solidFill>
                  <a:schemeClr val="bg1"/>
                </a:solidFill>
              </a:rPr>
              <a:t> LNP-mediated delivery of mRNA towards specific cells is the current platform we are deeply interested in for effective targeted therapeutics </a:t>
            </a:r>
          </a:p>
          <a:p>
            <a:r>
              <a:rPr lang="en-US" sz="2000" dirty="0">
                <a:solidFill>
                  <a:schemeClr val="bg1"/>
                </a:solidFill>
              </a:rPr>
              <a:t>When delivered, the mRNA utilizes cytosolic ribosomes to translate and produce a therapeutic biomolecule</a:t>
            </a:r>
          </a:p>
          <a:p>
            <a:r>
              <a:rPr lang="en-US" sz="2000" dirty="0">
                <a:solidFill>
                  <a:schemeClr val="bg1"/>
                </a:solidFill>
              </a:rPr>
              <a:t>To test the efficiency of the mRNA delivery and translation, we will deliver firefly luciferase(</a:t>
            </a:r>
            <a:r>
              <a:rPr lang="en-US" sz="2000" dirty="0" err="1">
                <a:solidFill>
                  <a:schemeClr val="bg1"/>
                </a:solidFill>
              </a:rPr>
              <a:t>fLUC</a:t>
            </a:r>
            <a:r>
              <a:rPr lang="en-US" sz="2000" dirty="0">
                <a:solidFill>
                  <a:schemeClr val="bg1"/>
                </a:solidFill>
              </a:rPr>
              <a:t>) mRNA via LNPs intravenously (IV) and perform quantification assays on the product </a:t>
            </a:r>
          </a:p>
          <a:p>
            <a:r>
              <a:rPr lang="en-US" sz="2000" dirty="0">
                <a:solidFill>
                  <a:schemeClr val="bg1"/>
                </a:solidFill>
              </a:rPr>
              <a:t>We selected </a:t>
            </a:r>
            <a:r>
              <a:rPr lang="en-US" sz="2000" dirty="0" err="1">
                <a:solidFill>
                  <a:schemeClr val="bg1"/>
                </a:solidFill>
              </a:rPr>
              <a:t>fLUC</a:t>
            </a:r>
            <a:r>
              <a:rPr lang="en-US" sz="2000" dirty="0">
                <a:solidFill>
                  <a:schemeClr val="bg1"/>
                </a:solidFill>
              </a:rPr>
              <a:t> as it is not endogenous to the system and it can be easily induced to luminesce </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7316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7CC115-AE8F-43CA-1669-10785ABD903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BE9D1C9-0C8A-70B4-4351-6FA8FB398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0828DF8F-E80B-0DFA-5CB6-831962347849}"/>
              </a:ext>
            </a:extLst>
          </p:cNvPr>
          <p:cNvSpPr>
            <a:spLocks noGrp="1"/>
          </p:cNvSpPr>
          <p:nvPr>
            <p:ph type="title"/>
          </p:nvPr>
        </p:nvSpPr>
        <p:spPr>
          <a:xfrm>
            <a:off x="-774233" y="700777"/>
            <a:ext cx="4006044" cy="1325563"/>
          </a:xfrm>
        </p:spPr>
        <p:txBody>
          <a:bodyPr anchor="b">
            <a:normAutofit/>
          </a:bodyPr>
          <a:lstStyle/>
          <a:p>
            <a:pPr algn="r"/>
            <a:r>
              <a:rPr lang="en-US">
                <a:solidFill>
                  <a:schemeClr val="bg1"/>
                </a:solidFill>
              </a:rPr>
              <a:t>Assay Goals</a:t>
            </a:r>
            <a:endParaRPr lang="en-US" dirty="0">
              <a:solidFill>
                <a:schemeClr val="bg1"/>
              </a:solidFill>
            </a:endParaRPr>
          </a:p>
        </p:txBody>
      </p:sp>
      <p:cxnSp>
        <p:nvCxnSpPr>
          <p:cNvPr id="10" name="Straight Connector 9">
            <a:extLst>
              <a:ext uri="{FF2B5EF4-FFF2-40B4-BE49-F238E27FC236}">
                <a16:creationId xmlns:a16="http://schemas.microsoft.com/office/drawing/2014/main" id="{AE2A2392-C29E-0DB4-52C2-A0A58542D4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169878D-61D2-8457-BE64-05AF8E28FBCC}"/>
              </a:ext>
            </a:extLst>
          </p:cNvPr>
          <p:cNvSpPr>
            <a:spLocks noGrp="1"/>
          </p:cNvSpPr>
          <p:nvPr>
            <p:ph idx="1"/>
          </p:nvPr>
        </p:nvSpPr>
        <p:spPr>
          <a:xfrm>
            <a:off x="1392667" y="2398957"/>
            <a:ext cx="9406666" cy="3526144"/>
          </a:xfrm>
        </p:spPr>
        <p:txBody>
          <a:bodyPr>
            <a:normAutofit/>
          </a:bodyPr>
          <a:lstStyle/>
          <a:p>
            <a:r>
              <a:rPr lang="en-US" sz="2000">
                <a:solidFill>
                  <a:schemeClr val="bg1"/>
                </a:solidFill>
              </a:rPr>
              <a:t> We will perform a full panel analysis of fLUC for the site of injection muscle, plasma, liver, kidney, heart, and brain</a:t>
            </a:r>
          </a:p>
          <a:p>
            <a:r>
              <a:rPr lang="en-US" sz="2000">
                <a:solidFill>
                  <a:schemeClr val="bg1"/>
                </a:solidFill>
              </a:rPr>
              <a:t>Each organ will be homogenized and lysed, then centrifuged for supernatant</a:t>
            </a:r>
          </a:p>
          <a:p>
            <a:r>
              <a:rPr lang="en-US" sz="2000">
                <a:solidFill>
                  <a:schemeClr val="bg1"/>
                </a:solidFill>
              </a:rPr>
              <a:t>fLUC mRNA and protein will be quantified to determine concentration </a:t>
            </a:r>
          </a:p>
          <a:p>
            <a:r>
              <a:rPr lang="en-US" sz="2000">
                <a:solidFill>
                  <a:schemeClr val="bg1"/>
                </a:solidFill>
              </a:rPr>
              <a:t>Results will be recorded and delivered in meetings</a:t>
            </a:r>
            <a:endParaRPr lang="en-US" sz="2000" dirty="0">
              <a:solidFill>
                <a:schemeClr val="bg1"/>
              </a:solidFill>
            </a:endParaRPr>
          </a:p>
        </p:txBody>
      </p:sp>
      <p:sp>
        <p:nvSpPr>
          <p:cNvPr id="12" name="Rectangle 11">
            <a:extLst>
              <a:ext uri="{FF2B5EF4-FFF2-40B4-BE49-F238E27FC236}">
                <a16:creationId xmlns:a16="http://schemas.microsoft.com/office/drawing/2014/main" id="{561F617A-3C51-427B-575A-90B8C217B4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032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4593D1-8D92-CD7E-E2C5-48F63E0D51A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74B23AF-F93B-1B2F-DCE6-7FE9EE93E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2C3DB45-40EE-6347-E75C-3AA2D7EBAFA8}"/>
              </a:ext>
            </a:extLst>
          </p:cNvPr>
          <p:cNvSpPr>
            <a:spLocks noGrp="1"/>
          </p:cNvSpPr>
          <p:nvPr>
            <p:ph type="title"/>
          </p:nvPr>
        </p:nvSpPr>
        <p:spPr>
          <a:xfrm>
            <a:off x="126206" y="700777"/>
            <a:ext cx="1843109" cy="1325563"/>
          </a:xfrm>
        </p:spPr>
        <p:txBody>
          <a:bodyPr anchor="b">
            <a:normAutofit/>
          </a:bodyPr>
          <a:lstStyle/>
          <a:p>
            <a:pPr algn="r"/>
            <a:r>
              <a:rPr lang="en-US" dirty="0">
                <a:solidFill>
                  <a:schemeClr val="bg1"/>
                </a:solidFill>
              </a:rPr>
              <a:t>Issues </a:t>
            </a:r>
          </a:p>
        </p:txBody>
      </p:sp>
      <p:cxnSp>
        <p:nvCxnSpPr>
          <p:cNvPr id="10" name="Straight Connector 9">
            <a:extLst>
              <a:ext uri="{FF2B5EF4-FFF2-40B4-BE49-F238E27FC236}">
                <a16:creationId xmlns:a16="http://schemas.microsoft.com/office/drawing/2014/main" id="{D6DF0773-C7CD-6EA2-03F2-E48340D549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B5BCCE2-2978-B39F-F51C-1BAE2964F1AC}"/>
              </a:ext>
            </a:extLst>
          </p:cNvPr>
          <p:cNvSpPr>
            <a:spLocks noGrp="1"/>
          </p:cNvSpPr>
          <p:nvPr>
            <p:ph idx="1"/>
          </p:nvPr>
        </p:nvSpPr>
        <p:spPr>
          <a:xfrm>
            <a:off x="1392667" y="2398957"/>
            <a:ext cx="9406666" cy="3526144"/>
          </a:xfrm>
        </p:spPr>
        <p:txBody>
          <a:bodyPr>
            <a:normAutofit/>
          </a:bodyPr>
          <a:lstStyle/>
          <a:p>
            <a:r>
              <a:rPr lang="en-US" sz="2000" dirty="0">
                <a:solidFill>
                  <a:schemeClr val="bg1"/>
                </a:solidFill>
              </a:rPr>
              <a:t>Unlike our previous biomarker assays, we cannot procure </a:t>
            </a:r>
            <a:r>
              <a:rPr lang="en-US" sz="2000" dirty="0" err="1">
                <a:solidFill>
                  <a:schemeClr val="bg1"/>
                </a:solidFill>
              </a:rPr>
              <a:t>fLUC</a:t>
            </a:r>
            <a:r>
              <a:rPr lang="en-US" sz="2000" dirty="0">
                <a:solidFill>
                  <a:schemeClr val="bg1"/>
                </a:solidFill>
              </a:rPr>
              <a:t> quantification kits as they are not available</a:t>
            </a:r>
          </a:p>
          <a:p>
            <a:r>
              <a:rPr lang="en-US" sz="2000" dirty="0">
                <a:solidFill>
                  <a:schemeClr val="bg1"/>
                </a:solidFill>
              </a:rPr>
              <a:t>The current body of literature does not have an established </a:t>
            </a:r>
            <a:r>
              <a:rPr lang="en-US" sz="2000" dirty="0" err="1">
                <a:solidFill>
                  <a:schemeClr val="bg1"/>
                </a:solidFill>
              </a:rPr>
              <a:t>fLUC</a:t>
            </a:r>
            <a:r>
              <a:rPr lang="en-US" sz="2000" dirty="0">
                <a:solidFill>
                  <a:schemeClr val="bg1"/>
                </a:solidFill>
              </a:rPr>
              <a:t> quantification assay</a:t>
            </a:r>
          </a:p>
          <a:p>
            <a:r>
              <a:rPr lang="en-US" sz="2000" dirty="0">
                <a:solidFill>
                  <a:schemeClr val="bg1"/>
                </a:solidFill>
              </a:rPr>
              <a:t>Developing immunoassays like ELISA  or Western-Blot cannot be performed due to the lack of available commercial monoclonal or polyclonal antibodies</a:t>
            </a:r>
          </a:p>
          <a:p>
            <a:r>
              <a:rPr lang="en-US" sz="2000" dirty="0">
                <a:solidFill>
                  <a:schemeClr val="bg1"/>
                </a:solidFill>
              </a:rPr>
              <a:t>The best available product is the Promega </a:t>
            </a:r>
            <a:r>
              <a:rPr lang="en-US" sz="2000" dirty="0" err="1">
                <a:solidFill>
                  <a:schemeClr val="bg1"/>
                </a:solidFill>
              </a:rPr>
              <a:t>fLUC</a:t>
            </a:r>
            <a:r>
              <a:rPr lang="en-US" sz="2000" dirty="0">
                <a:solidFill>
                  <a:schemeClr val="bg1"/>
                </a:solidFill>
              </a:rPr>
              <a:t> luminescence assay. However:</a:t>
            </a:r>
          </a:p>
          <a:p>
            <a:pPr lvl="1"/>
            <a:r>
              <a:rPr lang="en-US" sz="1600" dirty="0">
                <a:solidFill>
                  <a:schemeClr val="bg1"/>
                </a:solidFill>
              </a:rPr>
              <a:t>The assay only works for cell lines</a:t>
            </a:r>
          </a:p>
          <a:p>
            <a:pPr lvl="1"/>
            <a:r>
              <a:rPr lang="en-US" sz="1600" dirty="0">
                <a:solidFill>
                  <a:schemeClr val="bg1"/>
                </a:solidFill>
              </a:rPr>
              <a:t>And to perform the assay, we would need to purchase the Promega plat reader</a:t>
            </a:r>
          </a:p>
          <a:p>
            <a:r>
              <a:rPr lang="en-US" sz="2000" dirty="0">
                <a:solidFill>
                  <a:schemeClr val="bg1"/>
                </a:solidFill>
              </a:rPr>
              <a:t>Our best bet is to perform the assay in-house </a:t>
            </a:r>
          </a:p>
        </p:txBody>
      </p:sp>
      <p:sp>
        <p:nvSpPr>
          <p:cNvPr id="12" name="Rectangle 11">
            <a:extLst>
              <a:ext uri="{FF2B5EF4-FFF2-40B4-BE49-F238E27FC236}">
                <a16:creationId xmlns:a16="http://schemas.microsoft.com/office/drawing/2014/main" id="{78EB72A2-2549-DC70-F373-D66D9898E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7703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BFFC39-3B04-CEB9-3664-A2F717C9E1A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E51F9E4-F6FE-0C9A-A536-DAA941B49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A9263177-E404-B164-78AC-0A2EF40378BE}"/>
              </a:ext>
            </a:extLst>
          </p:cNvPr>
          <p:cNvSpPr>
            <a:spLocks noGrp="1"/>
          </p:cNvSpPr>
          <p:nvPr>
            <p:ph type="title"/>
          </p:nvPr>
        </p:nvSpPr>
        <p:spPr>
          <a:xfrm>
            <a:off x="-125079" y="758374"/>
            <a:ext cx="5220936" cy="1325563"/>
          </a:xfrm>
        </p:spPr>
        <p:txBody>
          <a:bodyPr anchor="b">
            <a:normAutofit/>
          </a:bodyPr>
          <a:lstStyle/>
          <a:p>
            <a:pPr algn="r"/>
            <a:r>
              <a:rPr lang="en-US" dirty="0">
                <a:solidFill>
                  <a:schemeClr val="bg1"/>
                </a:solidFill>
              </a:rPr>
              <a:t>Developing the Assay  </a:t>
            </a:r>
          </a:p>
        </p:txBody>
      </p:sp>
      <p:cxnSp>
        <p:nvCxnSpPr>
          <p:cNvPr id="10" name="Straight Connector 9">
            <a:extLst>
              <a:ext uri="{FF2B5EF4-FFF2-40B4-BE49-F238E27FC236}">
                <a16:creationId xmlns:a16="http://schemas.microsoft.com/office/drawing/2014/main" id="{A4E9C5BE-D852-4B3F-462A-79D2A9695A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B2D58BE-6856-65D1-F871-477C8E3D6E11}"/>
              </a:ext>
            </a:extLst>
          </p:cNvPr>
          <p:cNvSpPr>
            <a:spLocks noGrp="1"/>
          </p:cNvSpPr>
          <p:nvPr>
            <p:ph idx="1"/>
          </p:nvPr>
        </p:nvSpPr>
        <p:spPr>
          <a:xfrm>
            <a:off x="1392667" y="2289492"/>
            <a:ext cx="9406666" cy="3908884"/>
          </a:xfrm>
        </p:spPr>
        <p:txBody>
          <a:bodyPr>
            <a:normAutofit/>
          </a:bodyPr>
          <a:lstStyle/>
          <a:p>
            <a:r>
              <a:rPr lang="en-US" sz="2000" dirty="0">
                <a:solidFill>
                  <a:schemeClr val="bg1"/>
                </a:solidFill>
              </a:rPr>
              <a:t>Our main approach will be an ELISA-style induced luminescence assay, where we will quantify the firefly luciferase based on a standard curve</a:t>
            </a:r>
          </a:p>
          <a:p>
            <a:pPr lvl="1"/>
            <a:r>
              <a:rPr lang="en-US" sz="1600" dirty="0">
                <a:solidFill>
                  <a:schemeClr val="bg1"/>
                </a:solidFill>
              </a:rPr>
              <a:t>We can purchase </a:t>
            </a:r>
            <a:r>
              <a:rPr lang="en-US" sz="1600" dirty="0" err="1">
                <a:solidFill>
                  <a:schemeClr val="bg1"/>
                </a:solidFill>
              </a:rPr>
              <a:t>fLUC</a:t>
            </a:r>
            <a:r>
              <a:rPr lang="en-US" sz="1600" dirty="0">
                <a:solidFill>
                  <a:schemeClr val="bg1"/>
                </a:solidFill>
              </a:rPr>
              <a:t> commercially to help us build controls and a standard curve</a:t>
            </a:r>
          </a:p>
          <a:p>
            <a:r>
              <a:rPr lang="en-US" sz="2000" dirty="0">
                <a:solidFill>
                  <a:schemeClr val="bg1"/>
                </a:solidFill>
              </a:rPr>
              <a:t>There are a few elements that can help us develop this assay in-house:</a:t>
            </a:r>
          </a:p>
          <a:p>
            <a:pPr lvl="1"/>
            <a:r>
              <a:rPr lang="en-US" sz="1600" dirty="0">
                <a:solidFill>
                  <a:schemeClr val="bg1"/>
                </a:solidFill>
              </a:rPr>
              <a:t>Our current plate reading templates and procedures in Excel are already optimized for fitting the standard curve</a:t>
            </a:r>
          </a:p>
          <a:p>
            <a:pPr lvl="1"/>
            <a:r>
              <a:rPr lang="en-US" sz="1600" dirty="0">
                <a:solidFill>
                  <a:schemeClr val="bg1"/>
                </a:solidFill>
              </a:rPr>
              <a:t>Promega kits do provide resuspended luciferin protein, which will activate </a:t>
            </a:r>
            <a:r>
              <a:rPr lang="en-US" sz="1600" dirty="0" err="1">
                <a:solidFill>
                  <a:schemeClr val="bg1"/>
                </a:solidFill>
              </a:rPr>
              <a:t>fLUC</a:t>
            </a:r>
            <a:r>
              <a:rPr lang="en-US" sz="1600" dirty="0">
                <a:solidFill>
                  <a:schemeClr val="bg1"/>
                </a:solidFill>
              </a:rPr>
              <a:t> and induce luminescence</a:t>
            </a:r>
          </a:p>
          <a:p>
            <a:pPr lvl="1"/>
            <a:r>
              <a:rPr lang="en-US" sz="1600" dirty="0">
                <a:solidFill>
                  <a:schemeClr val="bg1"/>
                </a:solidFill>
              </a:rPr>
              <a:t>The </a:t>
            </a:r>
            <a:r>
              <a:rPr lang="en-US" sz="1600" dirty="0" err="1">
                <a:solidFill>
                  <a:schemeClr val="bg1"/>
                </a:solidFill>
              </a:rPr>
              <a:t>Variosakan</a:t>
            </a:r>
            <a:r>
              <a:rPr lang="en-US" sz="1600" dirty="0">
                <a:solidFill>
                  <a:schemeClr val="bg1"/>
                </a:solidFill>
              </a:rPr>
              <a:t>-LUX plate reader can be modified to not just record luminescence in dark conditions(optimal for FLUC) but also dispense the resuspended Promega luciferin solution via dispensers, which we can procure and easily install</a:t>
            </a:r>
          </a:p>
          <a:p>
            <a:pPr lvl="1"/>
            <a:r>
              <a:rPr lang="en-US" sz="1600" dirty="0">
                <a:solidFill>
                  <a:schemeClr val="bg1"/>
                </a:solidFill>
              </a:rPr>
              <a:t> In addition, the </a:t>
            </a:r>
            <a:r>
              <a:rPr lang="en-US" sz="1600" dirty="0" err="1">
                <a:solidFill>
                  <a:schemeClr val="bg1"/>
                </a:solidFill>
              </a:rPr>
              <a:t>Variosakan</a:t>
            </a:r>
            <a:r>
              <a:rPr lang="en-US" sz="1600" dirty="0">
                <a:solidFill>
                  <a:schemeClr val="bg1"/>
                </a:solidFill>
              </a:rPr>
              <a:t>-LUX manual does provide detailed methods for how we can effectively dispense</a:t>
            </a:r>
          </a:p>
          <a:p>
            <a:pPr marL="0" indent="0">
              <a:buNone/>
            </a:pPr>
            <a:endParaRPr lang="en-US" sz="2000" dirty="0">
              <a:solidFill>
                <a:schemeClr val="bg1"/>
              </a:solidFill>
            </a:endParaRPr>
          </a:p>
          <a:p>
            <a:pPr lvl="1"/>
            <a:endParaRPr lang="en-US" sz="1600" dirty="0">
              <a:solidFill>
                <a:schemeClr val="bg1"/>
              </a:solidFill>
            </a:endParaRPr>
          </a:p>
          <a:p>
            <a:pPr lvl="1"/>
            <a:endParaRPr lang="en-US" sz="1600" dirty="0">
              <a:solidFill>
                <a:schemeClr val="bg1"/>
              </a:solidFill>
            </a:endParaRPr>
          </a:p>
          <a:p>
            <a:pPr lvl="1"/>
            <a:endParaRPr lang="en-US" sz="1600" dirty="0">
              <a:solidFill>
                <a:schemeClr val="bg1"/>
              </a:solidFill>
            </a:endParaRPr>
          </a:p>
          <a:p>
            <a:pPr lvl="1"/>
            <a:endParaRPr lang="en-US" sz="1600" dirty="0">
              <a:solidFill>
                <a:schemeClr val="bg1"/>
              </a:solidFill>
            </a:endParaRPr>
          </a:p>
        </p:txBody>
      </p:sp>
      <p:sp>
        <p:nvSpPr>
          <p:cNvPr id="12" name="Rectangle 11">
            <a:extLst>
              <a:ext uri="{FF2B5EF4-FFF2-40B4-BE49-F238E27FC236}">
                <a16:creationId xmlns:a16="http://schemas.microsoft.com/office/drawing/2014/main" id="{43857D00-1166-7A34-4E57-A4F6EACC60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3291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382B2E-9708-82D4-1987-81BCDA9FAD3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16F1CD8-B688-610F-4012-7618A652A1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91C43642-6F9E-0C90-59F2-BADB9FA2AEBD}"/>
              </a:ext>
            </a:extLst>
          </p:cNvPr>
          <p:cNvSpPr>
            <a:spLocks noGrp="1"/>
          </p:cNvSpPr>
          <p:nvPr>
            <p:ph type="title"/>
          </p:nvPr>
        </p:nvSpPr>
        <p:spPr>
          <a:xfrm>
            <a:off x="0" y="773709"/>
            <a:ext cx="5220936" cy="1325563"/>
          </a:xfrm>
        </p:spPr>
        <p:txBody>
          <a:bodyPr anchor="b">
            <a:normAutofit/>
          </a:bodyPr>
          <a:lstStyle/>
          <a:p>
            <a:pPr algn="r"/>
            <a:r>
              <a:rPr lang="en-US" dirty="0">
                <a:solidFill>
                  <a:schemeClr val="bg1"/>
                </a:solidFill>
              </a:rPr>
              <a:t>Developing the Assay  </a:t>
            </a:r>
          </a:p>
        </p:txBody>
      </p:sp>
      <p:cxnSp>
        <p:nvCxnSpPr>
          <p:cNvPr id="10" name="Straight Connector 9">
            <a:extLst>
              <a:ext uri="{FF2B5EF4-FFF2-40B4-BE49-F238E27FC236}">
                <a16:creationId xmlns:a16="http://schemas.microsoft.com/office/drawing/2014/main" id="{2C594BEB-B6FD-2009-50A2-CC7F602342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1C41DF9-C4E3-A021-ED7B-53512B1CD0E7}"/>
              </a:ext>
            </a:extLst>
          </p:cNvPr>
          <p:cNvSpPr>
            <a:spLocks noGrp="1"/>
          </p:cNvSpPr>
          <p:nvPr>
            <p:ph idx="1"/>
          </p:nvPr>
        </p:nvSpPr>
        <p:spPr>
          <a:xfrm>
            <a:off x="1392667" y="2289492"/>
            <a:ext cx="9406666" cy="3908884"/>
          </a:xfrm>
        </p:spPr>
        <p:txBody>
          <a:bodyPr>
            <a:normAutofit lnSpcReduction="10000"/>
          </a:bodyPr>
          <a:lstStyle/>
          <a:p>
            <a:r>
              <a:rPr lang="en-US" sz="2000" dirty="0">
                <a:solidFill>
                  <a:schemeClr val="bg1"/>
                </a:solidFill>
              </a:rPr>
              <a:t>Since our main target is luminescence, we are going to focus on two elements</a:t>
            </a:r>
          </a:p>
          <a:p>
            <a:pPr lvl="1"/>
            <a:r>
              <a:rPr lang="en-US" sz="1600" dirty="0">
                <a:solidFill>
                  <a:schemeClr val="bg1"/>
                </a:solidFill>
              </a:rPr>
              <a:t>Determine optimal luminescence recording conditions</a:t>
            </a:r>
          </a:p>
          <a:p>
            <a:pPr lvl="1"/>
            <a:r>
              <a:rPr lang="en-US" sz="1600" dirty="0">
                <a:solidFill>
                  <a:schemeClr val="bg1"/>
                </a:solidFill>
              </a:rPr>
              <a:t>Develop a standard curve and controls for </a:t>
            </a:r>
            <a:r>
              <a:rPr lang="en-US" sz="1600" dirty="0" err="1">
                <a:solidFill>
                  <a:schemeClr val="bg1"/>
                </a:solidFill>
              </a:rPr>
              <a:t>fLUC</a:t>
            </a:r>
            <a:endParaRPr lang="en-US" sz="1600" dirty="0">
              <a:solidFill>
                <a:schemeClr val="bg1"/>
              </a:solidFill>
            </a:endParaRPr>
          </a:p>
          <a:p>
            <a:r>
              <a:rPr lang="en-US" sz="2000" dirty="0">
                <a:solidFill>
                  <a:schemeClr val="bg1"/>
                </a:solidFill>
              </a:rPr>
              <a:t>We determined that the optimal way of inducing luminescence via the </a:t>
            </a:r>
            <a:r>
              <a:rPr lang="en-US" sz="2000" dirty="0" err="1">
                <a:solidFill>
                  <a:schemeClr val="bg1"/>
                </a:solidFill>
              </a:rPr>
              <a:t>fLUC</a:t>
            </a:r>
            <a:r>
              <a:rPr lang="en-US" sz="2000" dirty="0">
                <a:solidFill>
                  <a:schemeClr val="bg1"/>
                </a:solidFill>
              </a:rPr>
              <a:t> and luciferin nitration would be to add equal parts in a 96-well plate</a:t>
            </a:r>
          </a:p>
          <a:p>
            <a:pPr lvl="1"/>
            <a:r>
              <a:rPr lang="en-US" sz="1600" dirty="0">
                <a:solidFill>
                  <a:schemeClr val="bg1"/>
                </a:solidFill>
              </a:rPr>
              <a:t>The plate cannot be translucent, or we risk luminescence crossing over</a:t>
            </a:r>
          </a:p>
          <a:p>
            <a:pPr lvl="1"/>
            <a:r>
              <a:rPr lang="en-US" sz="1600" dirty="0">
                <a:solidFill>
                  <a:schemeClr val="bg1"/>
                </a:solidFill>
              </a:rPr>
              <a:t>Solid plastic white or black plates do not seem to be different in measurements </a:t>
            </a:r>
          </a:p>
          <a:p>
            <a:r>
              <a:rPr lang="en-US" sz="2000" dirty="0">
                <a:solidFill>
                  <a:schemeClr val="bg1"/>
                </a:solidFill>
              </a:rPr>
              <a:t>Samples of the same group must be pooled and tested with various dilutions</a:t>
            </a:r>
          </a:p>
          <a:p>
            <a:pPr lvl="1"/>
            <a:r>
              <a:rPr lang="en-US" sz="1600" dirty="0">
                <a:solidFill>
                  <a:schemeClr val="bg1"/>
                </a:solidFill>
              </a:rPr>
              <a:t>This is to determine the level of sensitivity we need to employ</a:t>
            </a:r>
          </a:p>
          <a:p>
            <a:r>
              <a:rPr lang="en-US" sz="2000" dirty="0">
                <a:solidFill>
                  <a:schemeClr val="bg1"/>
                </a:solidFill>
              </a:rPr>
              <a:t>The optimal volume seems to be about 50 </a:t>
            </a:r>
            <a:r>
              <a:rPr lang="el-GR" sz="2000" dirty="0">
                <a:solidFill>
                  <a:schemeClr val="bg1"/>
                </a:solidFill>
              </a:rPr>
              <a:t>μ</a:t>
            </a:r>
            <a:r>
              <a:rPr lang="en-US" sz="2000" dirty="0">
                <a:solidFill>
                  <a:schemeClr val="bg1"/>
                </a:solidFill>
              </a:rPr>
              <a:t>L for recording</a:t>
            </a:r>
          </a:p>
          <a:p>
            <a:pPr lvl="1"/>
            <a:r>
              <a:rPr lang="en-US" sz="1600" dirty="0">
                <a:solidFill>
                  <a:schemeClr val="bg1"/>
                </a:solidFill>
              </a:rPr>
              <a:t>We decided that  we can achieve this with 25 </a:t>
            </a:r>
            <a:r>
              <a:rPr lang="el-GR" sz="1600" dirty="0">
                <a:solidFill>
                  <a:schemeClr val="bg1"/>
                </a:solidFill>
              </a:rPr>
              <a:t>μ</a:t>
            </a:r>
            <a:r>
              <a:rPr lang="en-US" sz="1600" dirty="0">
                <a:solidFill>
                  <a:schemeClr val="bg1"/>
                </a:solidFill>
              </a:rPr>
              <a:t>L of tissue homogenate/plasma and 25 </a:t>
            </a:r>
            <a:r>
              <a:rPr lang="el-GR" sz="1600" dirty="0">
                <a:solidFill>
                  <a:schemeClr val="bg1"/>
                </a:solidFill>
              </a:rPr>
              <a:t>μ</a:t>
            </a:r>
            <a:r>
              <a:rPr lang="en-US" sz="1600" dirty="0">
                <a:solidFill>
                  <a:schemeClr val="bg1"/>
                </a:solidFill>
              </a:rPr>
              <a:t>L of resuspended luciferin</a:t>
            </a:r>
          </a:p>
          <a:p>
            <a:pPr lvl="1"/>
            <a:r>
              <a:rPr lang="en-US" sz="1600" dirty="0">
                <a:solidFill>
                  <a:schemeClr val="bg1"/>
                </a:solidFill>
              </a:rPr>
              <a:t>Therefore, we must account for the 1:2 dilution as well</a:t>
            </a:r>
          </a:p>
          <a:p>
            <a:endParaRPr lang="en-US" sz="2000" dirty="0">
              <a:solidFill>
                <a:schemeClr val="bg1"/>
              </a:solidFill>
            </a:endParaRPr>
          </a:p>
          <a:p>
            <a:endParaRPr lang="en-US" sz="2000" dirty="0">
              <a:solidFill>
                <a:schemeClr val="bg1"/>
              </a:solidFill>
            </a:endParaRPr>
          </a:p>
          <a:p>
            <a:pPr lvl="1"/>
            <a:endParaRPr lang="en-US" sz="1600" dirty="0">
              <a:solidFill>
                <a:schemeClr val="bg1"/>
              </a:solidFill>
            </a:endParaRPr>
          </a:p>
          <a:p>
            <a:pPr lvl="1"/>
            <a:endParaRPr lang="en-US" sz="1600" dirty="0">
              <a:solidFill>
                <a:schemeClr val="bg1"/>
              </a:solidFill>
            </a:endParaRPr>
          </a:p>
          <a:p>
            <a:pPr lvl="1"/>
            <a:endParaRPr lang="en-US" sz="1600" dirty="0">
              <a:solidFill>
                <a:schemeClr val="bg1"/>
              </a:solidFill>
            </a:endParaRPr>
          </a:p>
        </p:txBody>
      </p:sp>
      <p:sp>
        <p:nvSpPr>
          <p:cNvPr id="12" name="Rectangle 11">
            <a:extLst>
              <a:ext uri="{FF2B5EF4-FFF2-40B4-BE49-F238E27FC236}">
                <a16:creationId xmlns:a16="http://schemas.microsoft.com/office/drawing/2014/main" id="{E4682DCF-E52B-3732-2D22-C3E85E6F7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4033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051C64-B5E6-3F4C-83F0-1047BE6D39B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1106826-FDF8-9E3C-1AF6-67E7DA62F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E7A3AA8-BA17-60DC-B85F-C6FB1D98FF97}"/>
              </a:ext>
            </a:extLst>
          </p:cNvPr>
          <p:cNvSpPr>
            <a:spLocks noGrp="1"/>
          </p:cNvSpPr>
          <p:nvPr>
            <p:ph type="title"/>
          </p:nvPr>
        </p:nvSpPr>
        <p:spPr>
          <a:xfrm>
            <a:off x="-125079" y="758374"/>
            <a:ext cx="7405378" cy="1325563"/>
          </a:xfrm>
        </p:spPr>
        <p:txBody>
          <a:bodyPr anchor="b">
            <a:normAutofit/>
          </a:bodyPr>
          <a:lstStyle/>
          <a:p>
            <a:pPr algn="r"/>
            <a:r>
              <a:rPr lang="en-US" dirty="0">
                <a:solidFill>
                  <a:schemeClr val="bg1"/>
                </a:solidFill>
              </a:rPr>
              <a:t>Developing the Standard Curve  </a:t>
            </a:r>
          </a:p>
        </p:txBody>
      </p:sp>
      <p:cxnSp>
        <p:nvCxnSpPr>
          <p:cNvPr id="10" name="Straight Connector 9">
            <a:extLst>
              <a:ext uri="{FF2B5EF4-FFF2-40B4-BE49-F238E27FC236}">
                <a16:creationId xmlns:a16="http://schemas.microsoft.com/office/drawing/2014/main" id="{903DB55E-4BE6-D55F-D738-FFCC3A8772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CA9A115-B5E1-9AD3-6F16-8C43B3D82068}"/>
              </a:ext>
            </a:extLst>
          </p:cNvPr>
          <p:cNvSpPr>
            <a:spLocks noGrp="1"/>
          </p:cNvSpPr>
          <p:nvPr>
            <p:ph idx="1"/>
          </p:nvPr>
        </p:nvSpPr>
        <p:spPr>
          <a:xfrm>
            <a:off x="1392667" y="2398957"/>
            <a:ext cx="9406666" cy="3526144"/>
          </a:xfrm>
        </p:spPr>
        <p:txBody>
          <a:bodyPr>
            <a:normAutofit/>
          </a:bodyPr>
          <a:lstStyle/>
          <a:p>
            <a:r>
              <a:rPr lang="en-US" sz="2000" dirty="0">
                <a:solidFill>
                  <a:schemeClr val="bg1"/>
                </a:solidFill>
              </a:rPr>
              <a:t>Our standard curve needs to be a reflection of the level of sensitivity that we can achieve </a:t>
            </a:r>
          </a:p>
          <a:p>
            <a:pPr lvl="1"/>
            <a:r>
              <a:rPr lang="en-US" sz="1600" dirty="0">
                <a:solidFill>
                  <a:schemeClr val="bg1"/>
                </a:solidFill>
              </a:rPr>
              <a:t>We started out with a standard curve of: 250, 125, 75, 25, 10,0 </a:t>
            </a:r>
            <a:r>
              <a:rPr lang="el-GR" sz="1600" dirty="0">
                <a:solidFill>
                  <a:schemeClr val="bg1"/>
                </a:solidFill>
              </a:rPr>
              <a:t>μ</a:t>
            </a:r>
            <a:r>
              <a:rPr lang="en-US" sz="1600" dirty="0">
                <a:solidFill>
                  <a:schemeClr val="bg1"/>
                </a:solidFill>
              </a:rPr>
              <a:t>g/mL</a:t>
            </a:r>
          </a:p>
          <a:p>
            <a:pPr lvl="1"/>
            <a:r>
              <a:rPr lang="en-US" sz="1600" dirty="0">
                <a:solidFill>
                  <a:schemeClr val="bg1"/>
                </a:solidFill>
              </a:rPr>
              <a:t>This curve was a success in detection, so we decided to lower our sensitivity to about 10ng/mL, allowing us to achieve a dynamic sensitivity range </a:t>
            </a:r>
          </a:p>
          <a:p>
            <a:pPr lvl="1"/>
            <a:r>
              <a:rPr lang="en-US" sz="1600" dirty="0">
                <a:solidFill>
                  <a:schemeClr val="bg1"/>
                </a:solidFill>
              </a:rPr>
              <a:t>The ultimate standard curve we settled was: 250,125,62.5,31.25,15.625,7.813, 0 ng/mL </a:t>
            </a:r>
          </a:p>
          <a:p>
            <a:pPr lvl="1"/>
            <a:r>
              <a:rPr lang="en-US" sz="1600" dirty="0">
                <a:solidFill>
                  <a:schemeClr val="bg1"/>
                </a:solidFill>
              </a:rPr>
              <a:t>Controls were planned to be 50ng/mL and 25ng/mL and must be done by diluting the stock with untreated tissue homogenate </a:t>
            </a:r>
          </a:p>
          <a:p>
            <a:r>
              <a:rPr lang="en-US" sz="2000" dirty="0">
                <a:solidFill>
                  <a:schemeClr val="bg1"/>
                </a:solidFill>
              </a:rPr>
              <a:t>Once we established a standard curve for use, we optimized the process by using a stock of 1 </a:t>
            </a:r>
            <a:r>
              <a:rPr lang="el-GR" sz="2000" dirty="0">
                <a:solidFill>
                  <a:schemeClr val="bg1"/>
                </a:solidFill>
              </a:rPr>
              <a:t>μ</a:t>
            </a:r>
            <a:r>
              <a:rPr lang="en-US" sz="2000" dirty="0">
                <a:solidFill>
                  <a:schemeClr val="bg1"/>
                </a:solidFill>
              </a:rPr>
              <a:t>g/mL </a:t>
            </a:r>
            <a:r>
              <a:rPr lang="en-US" sz="2000" dirty="0" err="1">
                <a:solidFill>
                  <a:schemeClr val="bg1"/>
                </a:solidFill>
              </a:rPr>
              <a:t>fLUC</a:t>
            </a:r>
            <a:r>
              <a:rPr lang="en-US" sz="2000" dirty="0">
                <a:solidFill>
                  <a:schemeClr val="bg1"/>
                </a:solidFill>
              </a:rPr>
              <a:t>, for which we performed a 1:4 dilution for the curve</a:t>
            </a:r>
          </a:p>
          <a:p>
            <a:pPr lvl="1"/>
            <a:r>
              <a:rPr lang="en-US" sz="1600" dirty="0">
                <a:solidFill>
                  <a:schemeClr val="bg1"/>
                </a:solidFill>
              </a:rPr>
              <a:t>Stock was saved in 2-8*C for short term and -20*C for long term storages </a:t>
            </a:r>
          </a:p>
          <a:p>
            <a:pPr lvl="1"/>
            <a:endParaRPr lang="en-US" sz="1600" dirty="0">
              <a:solidFill>
                <a:schemeClr val="bg1"/>
              </a:solidFill>
            </a:endParaRPr>
          </a:p>
          <a:p>
            <a:pPr lvl="1"/>
            <a:endParaRPr lang="en-US" sz="1600" dirty="0">
              <a:solidFill>
                <a:schemeClr val="bg1"/>
              </a:solidFill>
            </a:endParaRPr>
          </a:p>
          <a:p>
            <a:endParaRPr lang="en-US" sz="2000" dirty="0">
              <a:solidFill>
                <a:schemeClr val="bg1"/>
              </a:solidFill>
            </a:endParaRPr>
          </a:p>
          <a:p>
            <a:pPr lvl="1"/>
            <a:endParaRPr lang="en-US" sz="1600" dirty="0">
              <a:solidFill>
                <a:schemeClr val="bg1"/>
              </a:solidFill>
            </a:endParaRPr>
          </a:p>
        </p:txBody>
      </p:sp>
      <p:sp>
        <p:nvSpPr>
          <p:cNvPr id="12" name="Rectangle 11">
            <a:extLst>
              <a:ext uri="{FF2B5EF4-FFF2-40B4-BE49-F238E27FC236}">
                <a16:creationId xmlns:a16="http://schemas.microsoft.com/office/drawing/2014/main" id="{8014D278-F380-59EE-3838-BD964ED2A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5852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78F295-8FF9-A3D5-7B82-8B51D890372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30A558D-7DA7-7E20-4261-503BAE8D88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FE968C12-AEE3-F12F-12C3-49E8C64C1817}"/>
              </a:ext>
            </a:extLst>
          </p:cNvPr>
          <p:cNvSpPr>
            <a:spLocks noGrp="1"/>
          </p:cNvSpPr>
          <p:nvPr>
            <p:ph type="title"/>
          </p:nvPr>
        </p:nvSpPr>
        <p:spPr>
          <a:xfrm>
            <a:off x="126206" y="772335"/>
            <a:ext cx="1939919" cy="1325563"/>
          </a:xfrm>
        </p:spPr>
        <p:txBody>
          <a:bodyPr anchor="b">
            <a:normAutofit/>
          </a:bodyPr>
          <a:lstStyle/>
          <a:p>
            <a:pPr algn="r"/>
            <a:r>
              <a:rPr lang="en-US" dirty="0">
                <a:solidFill>
                  <a:schemeClr val="bg1"/>
                </a:solidFill>
              </a:rPr>
              <a:t>Results</a:t>
            </a:r>
          </a:p>
        </p:txBody>
      </p:sp>
      <p:cxnSp>
        <p:nvCxnSpPr>
          <p:cNvPr id="10" name="Straight Connector 9">
            <a:extLst>
              <a:ext uri="{FF2B5EF4-FFF2-40B4-BE49-F238E27FC236}">
                <a16:creationId xmlns:a16="http://schemas.microsoft.com/office/drawing/2014/main" id="{A9A0B2A1-8E1A-7B29-66C8-024DD46F57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8C3D59D-470C-B743-B9F4-A8691A6127BB}"/>
              </a:ext>
            </a:extLst>
          </p:cNvPr>
          <p:cNvSpPr>
            <a:spLocks noGrp="1"/>
          </p:cNvSpPr>
          <p:nvPr>
            <p:ph idx="1"/>
          </p:nvPr>
        </p:nvSpPr>
        <p:spPr>
          <a:xfrm>
            <a:off x="1392667" y="2398957"/>
            <a:ext cx="9406666" cy="3526144"/>
          </a:xfrm>
        </p:spPr>
        <p:txBody>
          <a:bodyPr>
            <a:normAutofit/>
          </a:bodyPr>
          <a:lstStyle/>
          <a:p>
            <a:r>
              <a:rPr lang="en-US" sz="2000" dirty="0">
                <a:solidFill>
                  <a:schemeClr val="bg1"/>
                </a:solidFill>
              </a:rPr>
              <a:t>The standard curve and controls, alongside mock samples diluted with homogenate, seem to indicate that the assay and record luminescence </a:t>
            </a:r>
          </a:p>
          <a:p>
            <a:r>
              <a:rPr lang="en-US" sz="2000" dirty="0">
                <a:solidFill>
                  <a:schemeClr val="bg1"/>
                </a:solidFill>
              </a:rPr>
              <a:t>Testing with samples did yield some level of record; however, the </a:t>
            </a:r>
            <a:r>
              <a:rPr lang="en-US" sz="2000" dirty="0" err="1">
                <a:solidFill>
                  <a:schemeClr val="bg1"/>
                </a:solidFill>
              </a:rPr>
              <a:t>fLUC</a:t>
            </a:r>
            <a:r>
              <a:rPr lang="en-US" sz="2000" dirty="0">
                <a:solidFill>
                  <a:schemeClr val="bg1"/>
                </a:solidFill>
              </a:rPr>
              <a:t> only seems to be measurable in samples that have a significant concentration</a:t>
            </a:r>
          </a:p>
          <a:p>
            <a:r>
              <a:rPr lang="en-US" sz="2000" dirty="0">
                <a:solidFill>
                  <a:schemeClr val="bg1"/>
                </a:solidFill>
              </a:rPr>
              <a:t>Samples with lower concentrations are more complex to measure, and our assay lacks the sensitivity to measure the concentrations in the </a:t>
            </a:r>
            <a:r>
              <a:rPr lang="en-US" sz="2000" dirty="0" err="1">
                <a:solidFill>
                  <a:schemeClr val="bg1"/>
                </a:solidFill>
              </a:rPr>
              <a:t>pg</a:t>
            </a:r>
            <a:r>
              <a:rPr lang="en-US" sz="2000" dirty="0">
                <a:solidFill>
                  <a:schemeClr val="bg1"/>
                </a:solidFill>
              </a:rPr>
              <a:t>/mL range</a:t>
            </a:r>
            <a:endParaRPr lang="en-US" sz="1600" dirty="0">
              <a:solidFill>
                <a:schemeClr val="bg1"/>
              </a:solidFill>
            </a:endParaRPr>
          </a:p>
          <a:p>
            <a:r>
              <a:rPr lang="en-US" sz="2000" dirty="0">
                <a:solidFill>
                  <a:schemeClr val="bg1"/>
                </a:solidFill>
              </a:rPr>
              <a:t>Overall, the assay seems to help detect and measure </a:t>
            </a:r>
            <a:r>
              <a:rPr lang="en-US" sz="2000" dirty="0" err="1">
                <a:solidFill>
                  <a:schemeClr val="bg1"/>
                </a:solidFill>
              </a:rPr>
              <a:t>fLUC</a:t>
            </a:r>
            <a:r>
              <a:rPr lang="en-US" sz="2000" dirty="0">
                <a:solidFill>
                  <a:schemeClr val="bg1"/>
                </a:solidFill>
              </a:rPr>
              <a:t> concentrations in samples with high translation efficiency</a:t>
            </a:r>
          </a:p>
          <a:p>
            <a:r>
              <a:rPr lang="en-US" sz="2000" dirty="0">
                <a:solidFill>
                  <a:schemeClr val="bg1"/>
                </a:solidFill>
              </a:rPr>
              <a:t>However, further work and literature reviews on recent studies must be performed to be able to extend our sensitivity ranges </a:t>
            </a:r>
          </a:p>
          <a:p>
            <a:pPr lvl="1"/>
            <a:endParaRPr lang="en-US" sz="1600" dirty="0">
              <a:solidFill>
                <a:schemeClr val="bg1"/>
              </a:solidFill>
            </a:endParaRPr>
          </a:p>
        </p:txBody>
      </p:sp>
      <p:sp>
        <p:nvSpPr>
          <p:cNvPr id="12" name="Rectangle 11">
            <a:extLst>
              <a:ext uri="{FF2B5EF4-FFF2-40B4-BE49-F238E27FC236}">
                <a16:creationId xmlns:a16="http://schemas.microsoft.com/office/drawing/2014/main" id="{8DA31844-4D28-7A85-2457-A32B2B49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7162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TotalTime>
  <Words>823</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Firefly Luciferase Quantification Assay</vt:lpstr>
      <vt:lpstr>Background </vt:lpstr>
      <vt:lpstr>Assay Goals</vt:lpstr>
      <vt:lpstr>Issues </vt:lpstr>
      <vt:lpstr>Developing the Assay  </vt:lpstr>
      <vt:lpstr>Developing the Assay  </vt:lpstr>
      <vt:lpstr>Developing the Standard Curve  </vt:lpstr>
      <vt:lpstr>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Nino KOCI</dc:creator>
  <cp:lastModifiedBy>Nino KOCI</cp:lastModifiedBy>
  <cp:revision>1</cp:revision>
  <dcterms:created xsi:type="dcterms:W3CDTF">2025-12-15T07:55:55Z</dcterms:created>
  <dcterms:modified xsi:type="dcterms:W3CDTF">2025-12-15T15:04:38Z</dcterms:modified>
</cp:coreProperties>
</file>