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70" r:id="rId12"/>
    <p:sldId id="268" r:id="rId13"/>
    <p:sldId id="2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BFC4F7-F280-46AE-BF3E-A93420F7E7FC}" v="3" dt="2025-12-12T10:20:51.0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93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57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no KOCI" userId="624af766b839cc87" providerId="LiveId" clId="{330E22F1-3261-45BA-A266-92A9C106C077}"/>
    <pc:docChg chg="undo custSel addSld delSld modSld sldOrd">
      <pc:chgData name="Nino KOCI" userId="624af766b839cc87" providerId="LiveId" clId="{330E22F1-3261-45BA-A266-92A9C106C077}" dt="2025-12-12T10:58:13.444" v="143" actId="20577"/>
      <pc:docMkLst>
        <pc:docMk/>
      </pc:docMkLst>
      <pc:sldChg chg="modSp mod">
        <pc:chgData name="Nino KOCI" userId="624af766b839cc87" providerId="LiveId" clId="{330E22F1-3261-45BA-A266-92A9C106C077}" dt="2025-12-12T10:50:14.905" v="128" actId="20577"/>
        <pc:sldMkLst>
          <pc:docMk/>
          <pc:sldMk cId="2429167483" sldId="257"/>
        </pc:sldMkLst>
        <pc:spChg chg="mod">
          <ac:chgData name="Nino KOCI" userId="624af766b839cc87" providerId="LiveId" clId="{330E22F1-3261-45BA-A266-92A9C106C077}" dt="2025-12-12T10:50:14.905" v="128" actId="20577"/>
          <ac:spMkLst>
            <pc:docMk/>
            <pc:sldMk cId="2429167483" sldId="257"/>
            <ac:spMk id="2" creationId="{B7B176FD-DFC1-013F-3877-90AF53BED196}"/>
          </ac:spMkLst>
        </pc:spChg>
      </pc:sldChg>
      <pc:sldChg chg="modSp del mod">
        <pc:chgData name="Nino KOCI" userId="624af766b839cc87" providerId="LiveId" clId="{330E22F1-3261-45BA-A266-92A9C106C077}" dt="2025-12-12T10:15:14.327" v="80" actId="47"/>
        <pc:sldMkLst>
          <pc:docMk/>
          <pc:sldMk cId="3805161703" sldId="258"/>
        </pc:sldMkLst>
        <pc:spChg chg="mod">
          <ac:chgData name="Nino KOCI" userId="624af766b839cc87" providerId="LiveId" clId="{330E22F1-3261-45BA-A266-92A9C106C077}" dt="2025-12-12T10:10:26.524" v="79" actId="20577"/>
          <ac:spMkLst>
            <pc:docMk/>
            <pc:sldMk cId="3805161703" sldId="258"/>
            <ac:spMk id="2" creationId="{C4292931-57AE-8E11-E0E5-3EB707F7AEF4}"/>
          </ac:spMkLst>
        </pc:spChg>
      </pc:sldChg>
      <pc:sldChg chg="modSp mod">
        <pc:chgData name="Nino KOCI" userId="624af766b839cc87" providerId="LiveId" clId="{330E22F1-3261-45BA-A266-92A9C106C077}" dt="2025-12-12T10:15:26.360" v="84" actId="20577"/>
        <pc:sldMkLst>
          <pc:docMk/>
          <pc:sldMk cId="4143246715" sldId="259"/>
        </pc:sldMkLst>
        <pc:spChg chg="mod">
          <ac:chgData name="Nino KOCI" userId="624af766b839cc87" providerId="LiveId" clId="{330E22F1-3261-45BA-A266-92A9C106C077}" dt="2025-12-12T10:15:26.360" v="84" actId="20577"/>
          <ac:spMkLst>
            <pc:docMk/>
            <pc:sldMk cId="4143246715" sldId="259"/>
            <ac:spMk id="2" creationId="{21574973-D851-6553-A5B5-A63E8A932377}"/>
          </ac:spMkLst>
        </pc:spChg>
      </pc:sldChg>
      <pc:sldChg chg="modSp mod">
        <pc:chgData name="Nino KOCI" userId="624af766b839cc87" providerId="LiveId" clId="{330E22F1-3261-45BA-A266-92A9C106C077}" dt="2025-12-12T07:49:55.004" v="19" actId="20577"/>
        <pc:sldMkLst>
          <pc:docMk/>
          <pc:sldMk cId="3969236145" sldId="260"/>
        </pc:sldMkLst>
        <pc:spChg chg="mod">
          <ac:chgData name="Nino KOCI" userId="624af766b839cc87" providerId="LiveId" clId="{330E22F1-3261-45BA-A266-92A9C106C077}" dt="2025-12-12T07:49:55.004" v="19" actId="20577"/>
          <ac:spMkLst>
            <pc:docMk/>
            <pc:sldMk cId="3969236145" sldId="260"/>
            <ac:spMk id="2" creationId="{342E37D0-60D5-E0BC-9974-3BF24E920D20}"/>
          </ac:spMkLst>
        </pc:spChg>
        <pc:picChg chg="mod">
          <ac:chgData name="Nino KOCI" userId="624af766b839cc87" providerId="LiveId" clId="{330E22F1-3261-45BA-A266-92A9C106C077}" dt="2025-12-12T07:48:43.765" v="9" actId="1076"/>
          <ac:picMkLst>
            <pc:docMk/>
            <pc:sldMk cId="3969236145" sldId="260"/>
            <ac:picMk id="5" creationId="{54B1171D-A222-2AD6-6B54-48DF01D9ED70}"/>
          </ac:picMkLst>
        </pc:picChg>
      </pc:sldChg>
      <pc:sldChg chg="modSp mod">
        <pc:chgData name="Nino KOCI" userId="624af766b839cc87" providerId="LiveId" clId="{330E22F1-3261-45BA-A266-92A9C106C077}" dt="2025-12-12T08:12:31.134" v="32" actId="1076"/>
        <pc:sldMkLst>
          <pc:docMk/>
          <pc:sldMk cId="27930013" sldId="261"/>
        </pc:sldMkLst>
        <pc:spChg chg="mod">
          <ac:chgData name="Nino KOCI" userId="624af766b839cc87" providerId="LiveId" clId="{330E22F1-3261-45BA-A266-92A9C106C077}" dt="2025-12-12T08:08:42.418" v="31" actId="20577"/>
          <ac:spMkLst>
            <pc:docMk/>
            <pc:sldMk cId="27930013" sldId="261"/>
            <ac:spMk id="2" creationId="{C2411286-774F-6568-7DDA-A4D538D2D486}"/>
          </ac:spMkLst>
        </pc:spChg>
        <pc:picChg chg="mod">
          <ac:chgData name="Nino KOCI" userId="624af766b839cc87" providerId="LiveId" clId="{330E22F1-3261-45BA-A266-92A9C106C077}" dt="2025-12-12T08:12:31.134" v="32" actId="1076"/>
          <ac:picMkLst>
            <pc:docMk/>
            <pc:sldMk cId="27930013" sldId="261"/>
            <ac:picMk id="5" creationId="{19E188FE-3D5A-EB72-BCB7-ACEA57BA8F2E}"/>
          </ac:picMkLst>
        </pc:picChg>
      </pc:sldChg>
      <pc:sldChg chg="modSp mod">
        <pc:chgData name="Nino KOCI" userId="624af766b839cc87" providerId="LiveId" clId="{330E22F1-3261-45BA-A266-92A9C106C077}" dt="2025-12-12T08:16:07.514" v="53" actId="1076"/>
        <pc:sldMkLst>
          <pc:docMk/>
          <pc:sldMk cId="789234608" sldId="262"/>
        </pc:sldMkLst>
        <pc:spChg chg="mod">
          <ac:chgData name="Nino KOCI" userId="624af766b839cc87" providerId="LiveId" clId="{330E22F1-3261-45BA-A266-92A9C106C077}" dt="2025-12-12T08:15:20.561" v="52" actId="20577"/>
          <ac:spMkLst>
            <pc:docMk/>
            <pc:sldMk cId="789234608" sldId="262"/>
            <ac:spMk id="2" creationId="{D873CEE0-2942-71BC-BFFA-421ECE694094}"/>
          </ac:spMkLst>
        </pc:spChg>
        <pc:picChg chg="mod">
          <ac:chgData name="Nino KOCI" userId="624af766b839cc87" providerId="LiveId" clId="{330E22F1-3261-45BA-A266-92A9C106C077}" dt="2025-12-12T08:16:07.514" v="53" actId="1076"/>
          <ac:picMkLst>
            <pc:docMk/>
            <pc:sldMk cId="789234608" sldId="262"/>
            <ac:picMk id="5" creationId="{366129B4-40A2-F336-26DB-F89CA9D70E7D}"/>
          </ac:picMkLst>
        </pc:picChg>
      </pc:sldChg>
      <pc:sldChg chg="modSp mod">
        <pc:chgData name="Nino KOCI" userId="624af766b839cc87" providerId="LiveId" clId="{330E22F1-3261-45BA-A266-92A9C106C077}" dt="2025-12-12T08:20:31.440" v="63" actId="20577"/>
        <pc:sldMkLst>
          <pc:docMk/>
          <pc:sldMk cId="3978209920" sldId="263"/>
        </pc:sldMkLst>
        <pc:spChg chg="mod">
          <ac:chgData name="Nino KOCI" userId="624af766b839cc87" providerId="LiveId" clId="{330E22F1-3261-45BA-A266-92A9C106C077}" dt="2025-12-12T08:20:31.440" v="63" actId="20577"/>
          <ac:spMkLst>
            <pc:docMk/>
            <pc:sldMk cId="3978209920" sldId="263"/>
            <ac:spMk id="2" creationId="{E61EB664-94A7-CD58-A1F0-3A1AA604F75E}"/>
          </ac:spMkLst>
        </pc:spChg>
      </pc:sldChg>
      <pc:sldChg chg="modSp mod">
        <pc:chgData name="Nino KOCI" userId="624af766b839cc87" providerId="LiveId" clId="{330E22F1-3261-45BA-A266-92A9C106C077}" dt="2025-12-12T08:24:28.240" v="73" actId="20577"/>
        <pc:sldMkLst>
          <pc:docMk/>
          <pc:sldMk cId="1496953030" sldId="264"/>
        </pc:sldMkLst>
        <pc:spChg chg="mod">
          <ac:chgData name="Nino KOCI" userId="624af766b839cc87" providerId="LiveId" clId="{330E22F1-3261-45BA-A266-92A9C106C077}" dt="2025-12-12T08:24:28.240" v="73" actId="20577"/>
          <ac:spMkLst>
            <pc:docMk/>
            <pc:sldMk cId="1496953030" sldId="264"/>
            <ac:spMk id="2" creationId="{61993590-391A-49CE-07ED-4584CE7C0371}"/>
          </ac:spMkLst>
        </pc:spChg>
      </pc:sldChg>
      <pc:sldChg chg="modSp mod">
        <pc:chgData name="Nino KOCI" userId="624af766b839cc87" providerId="LiveId" clId="{330E22F1-3261-45BA-A266-92A9C106C077}" dt="2025-12-12T10:58:13.444" v="143" actId="20577"/>
        <pc:sldMkLst>
          <pc:docMk/>
          <pc:sldMk cId="4111448396" sldId="265"/>
        </pc:sldMkLst>
        <pc:spChg chg="mod">
          <ac:chgData name="Nino KOCI" userId="624af766b839cc87" providerId="LiveId" clId="{330E22F1-3261-45BA-A266-92A9C106C077}" dt="2025-12-12T10:58:13.444" v="143" actId="20577"/>
          <ac:spMkLst>
            <pc:docMk/>
            <pc:sldMk cId="4111448396" sldId="265"/>
            <ac:spMk id="2" creationId="{D82DD385-65C0-0722-92F8-908DBF529057}"/>
          </ac:spMkLst>
        </pc:spChg>
      </pc:sldChg>
      <pc:sldChg chg="modSp mod">
        <pc:chgData name="Nino KOCI" userId="624af766b839cc87" providerId="LiveId" clId="{330E22F1-3261-45BA-A266-92A9C106C077}" dt="2025-12-12T10:56:15.070" v="131" actId="1076"/>
        <pc:sldMkLst>
          <pc:docMk/>
          <pc:sldMk cId="1043757027" sldId="268"/>
        </pc:sldMkLst>
        <pc:spChg chg="mod">
          <ac:chgData name="Nino KOCI" userId="624af766b839cc87" providerId="LiveId" clId="{330E22F1-3261-45BA-A266-92A9C106C077}" dt="2025-12-12T10:15:29.621" v="85" actId="20577"/>
          <ac:spMkLst>
            <pc:docMk/>
            <pc:sldMk cId="1043757027" sldId="268"/>
            <ac:spMk id="2" creationId="{BAE3A00C-4C81-65ED-975A-5A4BF0EC8390}"/>
          </ac:spMkLst>
        </pc:spChg>
        <pc:picChg chg="mod">
          <ac:chgData name="Nino KOCI" userId="624af766b839cc87" providerId="LiveId" clId="{330E22F1-3261-45BA-A266-92A9C106C077}" dt="2025-12-12T10:56:15.070" v="131" actId="1076"/>
          <ac:picMkLst>
            <pc:docMk/>
            <pc:sldMk cId="1043757027" sldId="268"/>
            <ac:picMk id="5" creationId="{710904DD-2EAF-68CB-6C02-4C7EDD658197}"/>
          </ac:picMkLst>
        </pc:picChg>
      </pc:sldChg>
      <pc:sldChg chg="addSp delSp modSp new del mod">
        <pc:chgData name="Nino KOCI" userId="624af766b839cc87" providerId="LiveId" clId="{330E22F1-3261-45BA-A266-92A9C106C077}" dt="2025-12-12T10:49:54.234" v="127" actId="47"/>
        <pc:sldMkLst>
          <pc:docMk/>
          <pc:sldMk cId="1877754223" sldId="269"/>
        </pc:sldMkLst>
        <pc:spChg chg="del">
          <ac:chgData name="Nino KOCI" userId="624af766b839cc87" providerId="LiveId" clId="{330E22F1-3261-45BA-A266-92A9C106C077}" dt="2025-12-12T02:30:24.812" v="1"/>
          <ac:spMkLst>
            <pc:docMk/>
            <pc:sldMk cId="1877754223" sldId="269"/>
            <ac:spMk id="3" creationId="{0F8C53CC-386F-85F6-A4CC-DB487C65E2F9}"/>
          </ac:spMkLst>
        </pc:spChg>
        <pc:spChg chg="add mod">
          <ac:chgData name="Nino KOCI" userId="624af766b839cc87" providerId="LiveId" clId="{330E22F1-3261-45BA-A266-92A9C106C077}" dt="2025-12-12T02:30:32.119" v="5" actId="478"/>
          <ac:spMkLst>
            <pc:docMk/>
            <pc:sldMk cId="1877754223" sldId="269"/>
            <ac:spMk id="6" creationId="{C9AB8DB2-3516-B3CE-4DE6-5362CBE10AD4}"/>
          </ac:spMkLst>
        </pc:spChg>
        <pc:picChg chg="add del mod">
          <ac:chgData name="Nino KOCI" userId="624af766b839cc87" providerId="LiveId" clId="{330E22F1-3261-45BA-A266-92A9C106C077}" dt="2025-12-12T02:30:32.119" v="5" actId="478"/>
          <ac:picMkLst>
            <pc:docMk/>
            <pc:sldMk cId="1877754223" sldId="269"/>
            <ac:picMk id="4" creationId="{DA73433B-7B90-9351-42DF-FE6F528F88CE}"/>
          </ac:picMkLst>
        </pc:picChg>
      </pc:sldChg>
      <pc:sldChg chg="addSp delSp modSp new mod ord">
        <pc:chgData name="Nino KOCI" userId="624af766b839cc87" providerId="LiveId" clId="{330E22F1-3261-45BA-A266-92A9C106C077}" dt="2025-12-12T10:52:13.874" v="130"/>
        <pc:sldMkLst>
          <pc:docMk/>
          <pc:sldMk cId="3972345757" sldId="270"/>
        </pc:sldMkLst>
        <pc:spChg chg="mod">
          <ac:chgData name="Nino KOCI" userId="624af766b839cc87" providerId="LiveId" clId="{330E22F1-3261-45BA-A266-92A9C106C077}" dt="2025-12-12T10:23:35.106" v="126" actId="20577"/>
          <ac:spMkLst>
            <pc:docMk/>
            <pc:sldMk cId="3972345757" sldId="270"/>
            <ac:spMk id="2" creationId="{65583BA3-F0A2-AAC5-98C9-BA964DE2B589}"/>
          </ac:spMkLst>
        </pc:spChg>
        <pc:spChg chg="del">
          <ac:chgData name="Nino KOCI" userId="624af766b839cc87" providerId="LiveId" clId="{330E22F1-3261-45BA-A266-92A9C106C077}" dt="2025-12-12T10:20:51.005" v="101"/>
          <ac:spMkLst>
            <pc:docMk/>
            <pc:sldMk cId="3972345757" sldId="270"/>
            <ac:spMk id="3" creationId="{078AA9B4-E811-E961-2CE9-A24B44888EEC}"/>
          </ac:spMkLst>
        </pc:spChg>
        <pc:picChg chg="add mod">
          <ac:chgData name="Nino KOCI" userId="624af766b839cc87" providerId="LiveId" clId="{330E22F1-3261-45BA-A266-92A9C106C077}" dt="2025-12-12T10:20:57.387" v="108" actId="962"/>
          <ac:picMkLst>
            <pc:docMk/>
            <pc:sldMk cId="3972345757" sldId="270"/>
            <ac:picMk id="5" creationId="{D6D950FE-9F24-A9F5-C358-B4042130949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F72A0-DA96-0288-5CF0-E9DDE9BA0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6DA1A-173C-F9D5-85AD-670E61861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814F-BEAD-7AB4-7F61-5FAC1D0F3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250D8-76D1-4128-8278-6B088F455A1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E4BA-11E9-055A-CB79-0D1D125A8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ADC08-1E83-23BB-E6E9-B0E02F45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9B99-1FF4-435D-9A99-5198A572A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79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B1E71-E356-F0CC-8F86-FC9809AD6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8ABE1-1A45-7C85-DF7A-AE9CF51B6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3FF1D-70BF-287E-C58A-537259181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250D8-76D1-4128-8278-6B088F455A1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09DBF-3B2F-C456-399D-3B92D2F5E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676A7-17B8-DC92-E331-FD6CDB47D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9B99-1FF4-435D-9A99-5198A572A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839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04566-736C-7C2A-627B-CC22F1CE5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33C5B-8818-A1C9-6ED2-E99392784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171BD-5226-8A12-879D-731F51BA6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250D8-76D1-4128-8278-6B088F455A1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82A4A-CCD1-BFB6-D6E7-228DFB2ED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C939F-0235-8B42-7AE5-F38B465CB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9B99-1FF4-435D-9A99-5198A572A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295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F1F78-E30E-1B36-AF65-F74713896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4FB7B-CF7A-66C9-2943-67BA6FEE50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51EA5-DE73-2659-AD57-9844DD3AC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BA33F-B276-F570-53EB-CE1DFF861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250D8-76D1-4128-8278-6B088F455A1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6A38C-3CCF-9CF7-51C6-C3361BE1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CE405-0B99-B344-60B4-832E90F84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9B99-1FF4-435D-9A99-5198A572A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00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CD57-3CCE-E55C-F98D-37304978F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2D9AC-C5DF-C113-0E26-EFD8AEFE4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5776B-1828-0315-7B8F-77927BFC0F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0A1724-B547-E8DE-8588-25BE028544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80B4F6-097C-B548-6F2F-3BD77BE55F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6871E1-5B04-403C-B1A9-E57DD3509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250D8-76D1-4128-8278-6B088F455A1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A9DEEB-1C6C-E7CE-A8B0-73D57038A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C52E55-C09D-6270-458B-B46D22D45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9B99-1FF4-435D-9A99-5198A572A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935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6F0E-2428-81D0-4840-4CEC06D09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00B531-4E72-36EA-4DF9-9B5621898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250D8-76D1-4128-8278-6B088F455A1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0C6CB-29C9-569A-288E-3BB9290D5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6D738-5C1F-042B-1B9D-18719BE26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9B99-1FF4-435D-9A99-5198A572A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086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3D672F-6CE4-AF96-026B-E6A1662E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250D8-76D1-4128-8278-6B088F455A1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9C1276-88D0-83E9-F18E-2ADB36ED6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12AEF-62B0-DDB6-22D9-B2C1C5692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9B99-1FF4-435D-9A99-5198A572A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16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FDF43-90AF-4E6A-56B3-7AE3CC54D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E5127-822C-5F47-7369-F12FCFD23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DE68C7-EF82-B85B-34E9-9B733D5BA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CAA4C-586F-B261-9231-DE916AC6C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250D8-76D1-4128-8278-6B088F455A1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9CE8F-CF7B-5008-B465-59A000251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17D5D-4BF6-F156-7A37-9B6E326DB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9B99-1FF4-435D-9A99-5198A572A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932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2EE25-7FB3-A16A-873D-5FCFDF29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94B4D4-AC17-7587-1DF7-3328A93897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611D8-529A-3435-862E-9F309B255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26D30-E0FA-086E-C2E9-FA661AFE1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250D8-76D1-4128-8278-6B088F455A1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4C077-E3DB-A910-BE76-BA5AB253D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7871F-A44F-8973-1390-978644F4B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9B99-1FF4-435D-9A99-5198A572A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5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F8600-2DC5-E14F-FA95-91E493BCB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5CDD72-C919-C61C-58F0-31F6F8D4D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A053F-FC81-FC17-585B-C047FA5B6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250D8-76D1-4128-8278-6B088F455A1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88F6B-BF2C-3F8B-EF18-1C53382E7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51E94-A3F8-EB2F-7A37-052C371C5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9B99-1FF4-435D-9A99-5198A572A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732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A9A981-AC48-D1AE-83F9-BEC1E15F1A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4557E3-B10E-E607-BFBE-23EAAA584A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3909D-3569-BDF5-640C-2734D50D8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250D8-76D1-4128-8278-6B088F455A1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D9F37-3C06-182D-A51F-A3660AE8C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25C7A-4995-8C04-04A7-10499943D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9B99-1FF4-435D-9A99-5198A572A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252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9A1CA3-D58F-4203-345B-3013540E9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BC976-D60A-6AD2-4077-792FB073A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07F35-77EF-CD2B-153B-5FA547D757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4250D8-76D1-4128-8278-6B088F455A1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8461F-46E9-FA23-CA36-08A7025917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10607-AE29-C634-EF25-1E75390F2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5C9B99-1FF4-435D-9A99-5198A572A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01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3DD11-5D40-5C21-B358-33FC365E2A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Project Figures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03070-5F01-1433-5333-307111A453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995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176FD-DFC1-013F-3877-90AF53BED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Figure 2: 10mg/kg single oral dose plasma AUC over time</a:t>
            </a:r>
          </a:p>
        </p:txBody>
      </p:sp>
      <p:pic>
        <p:nvPicPr>
          <p:cNvPr id="5" name="Content Placeholder 4" descr="A graph with a line and numbers&#10;&#10;Description automatically generated with medium confidence">
            <a:extLst>
              <a:ext uri="{FF2B5EF4-FFF2-40B4-BE49-F238E27FC236}">
                <a16:creationId xmlns:a16="http://schemas.microsoft.com/office/drawing/2014/main" id="{D152BEF6-4FAF-8C9E-F455-A8054D08A0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17"/>
          <a:stretch/>
        </p:blipFill>
        <p:spPr>
          <a:xfrm>
            <a:off x="3192724" y="1591587"/>
            <a:ext cx="5153890" cy="5086639"/>
          </a:xfrm>
        </p:spPr>
      </p:pic>
    </p:spTree>
    <p:extLst>
      <p:ext uri="{BB962C8B-B14F-4D97-AF65-F5344CB8AC3E}">
        <p14:creationId xmlns:p14="http://schemas.microsoft.com/office/powerpoint/2010/main" val="2429167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E37D0-60D5-E0BC-9974-3BF24E920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Figure 3: 10mg/mL and 15mg/kg oral bolus dose Rifampin concentrations over time in mouse plasma</a:t>
            </a:r>
            <a:r>
              <a:rPr lang="en-US" dirty="0"/>
              <a:t>	</a:t>
            </a:r>
          </a:p>
        </p:txBody>
      </p:sp>
      <p:pic>
        <p:nvPicPr>
          <p:cNvPr id="5" name="Content Placeholder 4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54B1171D-A222-2AD6-6B54-48DF01D9ED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564" y="1825624"/>
            <a:ext cx="8853054" cy="4755649"/>
          </a:xfrm>
        </p:spPr>
      </p:pic>
    </p:spTree>
    <p:extLst>
      <p:ext uri="{BB962C8B-B14F-4D97-AF65-F5344CB8AC3E}">
        <p14:creationId xmlns:p14="http://schemas.microsoft.com/office/powerpoint/2010/main" val="3969236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11286-774F-6568-7DDA-A4D538D2D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 sz="3600" dirty="0"/>
              <a:t>Figure 4: 10mg/mL oral bolus dose Rifampin concentrations over time in mouse plasma, lung, liver, and kidney </a:t>
            </a:r>
          </a:p>
        </p:txBody>
      </p:sp>
      <p:pic>
        <p:nvPicPr>
          <p:cNvPr id="5" name="Content Placeholder 4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19E188FE-3D5A-EB72-BCB7-ACEA57BA8F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2"/>
          <a:stretch/>
        </p:blipFill>
        <p:spPr>
          <a:xfrm>
            <a:off x="1430201" y="1690688"/>
            <a:ext cx="8929255" cy="4972981"/>
          </a:xfrm>
        </p:spPr>
      </p:pic>
    </p:spTree>
    <p:extLst>
      <p:ext uri="{BB962C8B-B14F-4D97-AF65-F5344CB8AC3E}">
        <p14:creationId xmlns:p14="http://schemas.microsoft.com/office/powerpoint/2010/main" val="27930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4F870-9408-AA64-1F9F-396F46EF2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3CEE0-2942-71BC-BFFA-421ECE694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Figure 5: 10mg/mL 24 thrice repeated oral bolus dose Rifampin concentrations over time in mouse plasma and liver </a:t>
            </a:r>
          </a:p>
        </p:txBody>
      </p:sp>
      <p:pic>
        <p:nvPicPr>
          <p:cNvPr id="5" name="Content Placeholder 4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366129B4-40A2-F336-26DB-F89CA9D70E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5"/>
          <a:stretch/>
        </p:blipFill>
        <p:spPr>
          <a:xfrm>
            <a:off x="1632076" y="1764828"/>
            <a:ext cx="8927848" cy="4898323"/>
          </a:xfrm>
        </p:spPr>
      </p:pic>
    </p:spTree>
    <p:extLst>
      <p:ext uri="{BB962C8B-B14F-4D97-AF65-F5344CB8AC3E}">
        <p14:creationId xmlns:p14="http://schemas.microsoft.com/office/powerpoint/2010/main" val="789234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B4334-781E-946C-7C82-E0CA4739B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EB664-94A7-CD58-A1F0-3A1AA604F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Figure 6: 10mg/mL, 20mg/kg, and 40mg/kg oral bolus dose Rifampin concentrations over time in mouse plasma</a:t>
            </a:r>
          </a:p>
        </p:txBody>
      </p:sp>
      <p:pic>
        <p:nvPicPr>
          <p:cNvPr id="5" name="Content Placeholder 4" descr="A graph of a number of lines&#10;&#10;Description automatically generated with medium confidence">
            <a:extLst>
              <a:ext uri="{FF2B5EF4-FFF2-40B4-BE49-F238E27FC236}">
                <a16:creationId xmlns:a16="http://schemas.microsoft.com/office/drawing/2014/main" id="{3CFF095A-BB52-7260-4339-99AADD07AD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94" b="10"/>
          <a:stretch/>
        </p:blipFill>
        <p:spPr>
          <a:xfrm>
            <a:off x="1663700" y="1690688"/>
            <a:ext cx="8864600" cy="5119265"/>
          </a:xfrm>
        </p:spPr>
      </p:pic>
    </p:spTree>
    <p:extLst>
      <p:ext uri="{BB962C8B-B14F-4D97-AF65-F5344CB8AC3E}">
        <p14:creationId xmlns:p14="http://schemas.microsoft.com/office/powerpoint/2010/main" val="3978209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3452C-8A1E-77EE-97F5-F5F8EE8B2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93590-391A-49CE-07ED-4584CE7C0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Figure 7: 10mg/mL baseline plasma Rifampin concentration over time with a 50% increase and decrease in PM</a:t>
            </a:r>
          </a:p>
        </p:txBody>
      </p:sp>
      <p:pic>
        <p:nvPicPr>
          <p:cNvPr id="5" name="Content Placeholder 4" descr="A graph with a line&#10;&#10;Description automatically generated">
            <a:extLst>
              <a:ext uri="{FF2B5EF4-FFF2-40B4-BE49-F238E27FC236}">
                <a16:creationId xmlns:a16="http://schemas.microsoft.com/office/drawing/2014/main" id="{9800AAE2-5514-3873-7CB8-C23784A58D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2"/>
          <a:stretch/>
        </p:blipFill>
        <p:spPr>
          <a:xfrm>
            <a:off x="1083733" y="1847850"/>
            <a:ext cx="10024533" cy="4690253"/>
          </a:xfrm>
        </p:spPr>
      </p:pic>
    </p:spTree>
    <p:extLst>
      <p:ext uri="{BB962C8B-B14F-4D97-AF65-F5344CB8AC3E}">
        <p14:creationId xmlns:p14="http://schemas.microsoft.com/office/powerpoint/2010/main" val="1496953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C3977-8F52-06BA-9192-510AF3196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DD385-65C0-0722-92F8-908DBF529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379353"/>
            <a:ext cx="11163300" cy="1325563"/>
          </a:xfrm>
        </p:spPr>
        <p:txBody>
          <a:bodyPr>
            <a:noAutofit/>
          </a:bodyPr>
          <a:lstStyle/>
          <a:p>
            <a:r>
              <a:rPr lang="en-US" sz="3600" dirty="0"/>
              <a:t>Figure 8: 10mg/mL baseline plasma Rifampin concentration over time with a 50% increase and decrease in absorption rate(ka)</a:t>
            </a:r>
          </a:p>
        </p:txBody>
      </p:sp>
      <p:pic>
        <p:nvPicPr>
          <p:cNvPr id="5" name="Content Placeholder 4" descr="A graph of a function&#10;&#10;Description automatically generated">
            <a:extLst>
              <a:ext uri="{FF2B5EF4-FFF2-40B4-BE49-F238E27FC236}">
                <a16:creationId xmlns:a16="http://schemas.microsoft.com/office/drawing/2014/main" id="{667A632E-DA79-542E-1A6C-8F08DE4865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7"/>
          <a:stretch/>
        </p:blipFill>
        <p:spPr>
          <a:xfrm>
            <a:off x="2527300" y="1704916"/>
            <a:ext cx="6305549" cy="5153084"/>
          </a:xfrm>
        </p:spPr>
      </p:pic>
    </p:spTree>
    <p:extLst>
      <p:ext uri="{BB962C8B-B14F-4D97-AF65-F5344CB8AC3E}">
        <p14:creationId xmlns:p14="http://schemas.microsoft.com/office/powerpoint/2010/main" val="4111448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9C973-AE23-E2D6-1296-9B6E0B55B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CED0A-FD82-4DD6-A3A5-FA94975C0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375" y="358775"/>
            <a:ext cx="11271250" cy="1325563"/>
          </a:xfrm>
        </p:spPr>
        <p:txBody>
          <a:bodyPr>
            <a:noAutofit/>
          </a:bodyPr>
          <a:lstStyle/>
          <a:p>
            <a:r>
              <a:rPr lang="en-US" sz="3600" dirty="0"/>
              <a:t>Figure 9: 10mg/mL baseline plasma Rifampin concentration with a 50% increase and decrease in clearance rate(CL)</a:t>
            </a:r>
          </a:p>
        </p:txBody>
      </p:sp>
      <p:pic>
        <p:nvPicPr>
          <p:cNvPr id="5" name="Content Placeholder 4" descr="A graph with lines on it&#10;&#10;Description automatically generated">
            <a:extLst>
              <a:ext uri="{FF2B5EF4-FFF2-40B4-BE49-F238E27FC236}">
                <a16:creationId xmlns:a16="http://schemas.microsoft.com/office/drawing/2014/main" id="{A32DD958-A205-6845-FAFD-06267FD49B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7"/>
          <a:stretch/>
        </p:blipFill>
        <p:spPr>
          <a:xfrm>
            <a:off x="1042416" y="1684338"/>
            <a:ext cx="10107168" cy="4778448"/>
          </a:xfrm>
        </p:spPr>
      </p:pic>
    </p:spTree>
    <p:extLst>
      <p:ext uri="{BB962C8B-B14F-4D97-AF65-F5344CB8AC3E}">
        <p14:creationId xmlns:p14="http://schemas.microsoft.com/office/powerpoint/2010/main" val="1275063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06472-35CB-BC53-D8F0-8E84391E5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06AEF-949E-6DA7-7B8D-796BB865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282575"/>
            <a:ext cx="10261600" cy="1325563"/>
          </a:xfrm>
        </p:spPr>
        <p:txBody>
          <a:bodyPr>
            <a:noAutofit/>
          </a:bodyPr>
          <a:lstStyle/>
          <a:p>
            <a:r>
              <a:rPr lang="en-US" sz="3600" dirty="0"/>
              <a:t>Figure 10: 10mg/mL baseline mouse plasma Rifampin concentration with a 50% increase and decrease in Bioavailability(Fa)</a:t>
            </a:r>
          </a:p>
        </p:txBody>
      </p:sp>
      <p:pic>
        <p:nvPicPr>
          <p:cNvPr id="5" name="Content Placeholder 4" descr="A graph with a line&#10;&#10;Description automatically generated">
            <a:extLst>
              <a:ext uri="{FF2B5EF4-FFF2-40B4-BE49-F238E27FC236}">
                <a16:creationId xmlns:a16="http://schemas.microsoft.com/office/drawing/2014/main" id="{DF5E652B-697D-9B3D-2465-A2DA39D39D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2"/>
          <a:stretch/>
        </p:blipFill>
        <p:spPr>
          <a:xfrm>
            <a:off x="965200" y="1785809"/>
            <a:ext cx="10261600" cy="4789616"/>
          </a:xfrm>
        </p:spPr>
      </p:pic>
    </p:spTree>
    <p:extLst>
      <p:ext uri="{BB962C8B-B14F-4D97-AF65-F5344CB8AC3E}">
        <p14:creationId xmlns:p14="http://schemas.microsoft.com/office/powerpoint/2010/main" val="961271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83BA3-F0A2-AAC5-98C9-BA964DE2B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63979"/>
            <a:ext cx="10962503" cy="1662548"/>
          </a:xfrm>
        </p:spPr>
        <p:txBody>
          <a:bodyPr>
            <a:normAutofit fontScale="90000"/>
          </a:bodyPr>
          <a:lstStyle/>
          <a:p>
            <a:r>
              <a:rPr lang="en-US" dirty="0"/>
              <a:t>Figure 11: Pearson correlation coefficients between sensitive parameters and 10mg/kg dose of rifampin plasma concentration as a function of time</a:t>
            </a:r>
          </a:p>
        </p:txBody>
      </p:sp>
      <p:pic>
        <p:nvPicPr>
          <p:cNvPr id="5" name="Content Placeholder 4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D6D950FE-9F24-A9F5-C358-B404213094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1737" y="2126527"/>
            <a:ext cx="5504934" cy="4166848"/>
          </a:xfrm>
        </p:spPr>
      </p:pic>
    </p:spTree>
    <p:extLst>
      <p:ext uri="{BB962C8B-B14F-4D97-AF65-F5344CB8AC3E}">
        <p14:creationId xmlns:p14="http://schemas.microsoft.com/office/powerpoint/2010/main" val="3972345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5D6A-5AB3-F899-0CF7-66CAF2D51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3A00C-4C81-65ED-975A-5A4BF0EC8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61600" cy="1325563"/>
          </a:xfrm>
        </p:spPr>
        <p:txBody>
          <a:bodyPr>
            <a:noAutofit/>
          </a:bodyPr>
          <a:lstStyle/>
          <a:p>
            <a:r>
              <a:rPr lang="en-US" sz="3600" dirty="0"/>
              <a:t>Figure 12: 10mg/mL IV bolus dose Rifampin concentrations in mouse plasma, lung, liver, and kidney </a:t>
            </a:r>
          </a:p>
        </p:txBody>
      </p:sp>
      <p:pic>
        <p:nvPicPr>
          <p:cNvPr id="5" name="Content Placeholder 4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710904DD-2EAF-68CB-6C02-4C7EDD6581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3"/>
          <a:stretch/>
        </p:blipFill>
        <p:spPr>
          <a:xfrm>
            <a:off x="1414663" y="1758651"/>
            <a:ext cx="9108673" cy="4973667"/>
          </a:xfrm>
        </p:spPr>
      </p:pic>
    </p:spTree>
    <p:extLst>
      <p:ext uri="{BB962C8B-B14F-4D97-AF65-F5344CB8AC3E}">
        <p14:creationId xmlns:p14="http://schemas.microsoft.com/office/powerpoint/2010/main" val="1043757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74973-D851-6553-A5B5-A63E8A932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Figure 13: 10mg/mL repeated IV bolus dose Rifampin concentrations in mouse plasma and liver </a:t>
            </a:r>
          </a:p>
        </p:txBody>
      </p:sp>
      <p:pic>
        <p:nvPicPr>
          <p:cNvPr id="5" name="Content Placeholder 4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C955A1E5-8CC8-F53A-36D7-24635B4A94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5"/>
          <a:stretch/>
        </p:blipFill>
        <p:spPr>
          <a:xfrm>
            <a:off x="1498369" y="1690688"/>
            <a:ext cx="9195262" cy="5003552"/>
          </a:xfrm>
        </p:spPr>
      </p:pic>
    </p:spTree>
    <p:extLst>
      <p:ext uri="{BB962C8B-B14F-4D97-AF65-F5344CB8AC3E}">
        <p14:creationId xmlns:p14="http://schemas.microsoft.com/office/powerpoint/2010/main" val="4143246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1588</TotalTime>
  <Words>259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Final Project Figures</vt:lpstr>
      <vt:lpstr>Figure 2: 10mg/kg single oral dose plasma AUC over time</vt:lpstr>
      <vt:lpstr>Figure 3: 10mg/mL and 15mg/kg oral bolus dose Rifampin concentrations over time in mouse plasma </vt:lpstr>
      <vt:lpstr>Figure 4: 10mg/mL oral bolus dose Rifampin concentrations over time in mouse plasma, lung, liver, and kidney </vt:lpstr>
      <vt:lpstr>Figure 5: 10mg/mL 24 thrice repeated oral bolus dose Rifampin concentrations over time in mouse plasma and liver </vt:lpstr>
      <vt:lpstr>Figure 6: 10mg/mL, 20mg/kg, and 40mg/kg oral bolus dose Rifampin concentrations over time in mouse plasma</vt:lpstr>
      <vt:lpstr>Figure 7: 10mg/mL baseline plasma Rifampin concentration over time with a 50% increase and decrease in PM</vt:lpstr>
      <vt:lpstr>Figure 8: 10mg/mL baseline plasma Rifampin concentration over time with a 50% increase and decrease in absorption rate(ka)</vt:lpstr>
      <vt:lpstr>Figure 9: 10mg/mL baseline plasma Rifampin concentration with a 50% increase and decrease in clearance rate(CL)</vt:lpstr>
      <vt:lpstr>Figure 10: 10mg/mL baseline mouse plasma Rifampin concentration with a 50% increase and decrease in Bioavailability(Fa)</vt:lpstr>
      <vt:lpstr>Figure 11: Pearson correlation coefficients between sensitive parameters and 10mg/kg dose of rifampin plasma concentration as a function of time</vt:lpstr>
      <vt:lpstr>Figure 12: 10mg/mL IV bolus dose Rifampin concentrations in mouse plasma, lung, liver, and kidney </vt:lpstr>
      <vt:lpstr>Figure 13: 10mg/mL repeated IV bolus dose Rifampin concentrations in mouse plasma and liver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Nino KOCI</dc:creator>
  <cp:lastModifiedBy>Nino KOCI</cp:lastModifiedBy>
  <cp:revision>1</cp:revision>
  <dcterms:created xsi:type="dcterms:W3CDTF">2024-12-20T18:47:27Z</dcterms:created>
  <dcterms:modified xsi:type="dcterms:W3CDTF">2025-12-12T10:58:20Z</dcterms:modified>
</cp:coreProperties>
</file>